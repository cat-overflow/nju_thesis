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rels" ContentType="application/vnd.openxmlformats-package.relationship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</p:sldMasterIdLst>
  <p:notesMasterIdLst>
    <p:notesMasterId r:id="rId5"/>
  </p:notesMasterIdLst>
  <p:sldIdLst>
    <p:sldId id="256" r:id="rId4"/>
    <p:sldId id="258" r:id="rId6"/>
    <p:sldId id="261" r:id="rId7"/>
    <p:sldId id="260" r:id="rId8"/>
    <p:sldId id="368" r:id="rId9"/>
    <p:sldId id="362" r:id="rId10"/>
    <p:sldId id="370" r:id="rId11"/>
    <p:sldId id="371" r:id="rId12"/>
    <p:sldId id="372" r:id="rId13"/>
    <p:sldId id="363" r:id="rId14"/>
    <p:sldId id="373" r:id="rId15"/>
    <p:sldId id="375" r:id="rId16"/>
    <p:sldId id="374" r:id="rId17"/>
    <p:sldId id="378" r:id="rId18"/>
    <p:sldId id="376" r:id="rId19"/>
    <p:sldId id="377" r:id="rId20"/>
    <p:sldId id="364" r:id="rId21"/>
    <p:sldId id="384" r:id="rId22"/>
    <p:sldId id="386" r:id="rId23"/>
    <p:sldId id="387" r:id="rId24"/>
    <p:sldId id="365" r:id="rId25"/>
    <p:sldId id="379" r:id="rId26"/>
    <p:sldId id="381" r:id="rId27"/>
    <p:sldId id="382" r:id="rId28"/>
    <p:sldId id="383" r:id="rId29"/>
    <p:sldId id="366" r:id="rId30"/>
    <p:sldId id="359" r:id="rId31"/>
    <p:sldId id="360" r:id="rId32"/>
    <p:sldId id="282" r:id="rId33"/>
  </p:sldIdLst>
  <p:sldSz cx="6864350" cy="5147945"/>
  <p:notesSz cx="6858000" cy="9144000"/>
  <p:custDataLst>
    <p:tags r:id="rId39"/>
  </p:custDataLst>
  <p:defaultTextStyle>
    <a:defPPr>
      <a:defRPr lang="zh-CN"/>
    </a:defPPr>
    <a:lvl1pPr marL="0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1pPr>
    <a:lvl2pPr marL="34353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2pPr>
    <a:lvl3pPr marL="68770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3pPr>
    <a:lvl4pPr marL="1031240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4pPr>
    <a:lvl5pPr marL="137477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5pPr>
    <a:lvl6pPr marL="171894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6pPr>
    <a:lvl7pPr marL="2062480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7pPr>
    <a:lvl8pPr marL="2406650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8pPr>
    <a:lvl9pPr marL="275018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A285DA7C-D78A-4EA6-9859-07F8A1FD5AB3}">
          <p14:sldIdLst>
            <p14:sldId id="256"/>
            <p14:sldId id="258"/>
            <p14:sldId id="261"/>
            <p14:sldId id="260"/>
            <p14:sldId id="368"/>
            <p14:sldId id="362"/>
            <p14:sldId id="370"/>
            <p14:sldId id="371"/>
            <p14:sldId id="372"/>
            <p14:sldId id="363"/>
            <p14:sldId id="373"/>
            <p14:sldId id="375"/>
            <p14:sldId id="374"/>
            <p14:sldId id="378"/>
            <p14:sldId id="376"/>
            <p14:sldId id="377"/>
            <p14:sldId id="364"/>
            <p14:sldId id="384"/>
            <p14:sldId id="386"/>
            <p14:sldId id="387"/>
            <p14:sldId id="365"/>
            <p14:sldId id="379"/>
            <p14:sldId id="381"/>
            <p14:sldId id="382"/>
            <p14:sldId id="383"/>
            <p14:sldId id="366"/>
            <p14:sldId id="359"/>
            <p14:sldId id="360"/>
            <p14:sldId id="28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</p:showPr>
  <p:clrMru>
    <a:srgbClr val="D00000"/>
    <a:srgbClr val="C40000"/>
    <a:srgbClr val="FF2525"/>
    <a:srgbClr val="FF4343"/>
    <a:srgbClr val="F2EAF2"/>
    <a:srgbClr val="D2B7D1"/>
    <a:srgbClr val="63065F"/>
    <a:srgbClr val="99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5"/>
    <p:restoredTop sz="91602" autoAdjust="0"/>
  </p:normalViewPr>
  <p:slideViewPr>
    <p:cSldViewPr snapToGrid="0">
      <p:cViewPr>
        <p:scale>
          <a:sx n="81" d="100"/>
          <a:sy n="81" d="100"/>
        </p:scale>
        <p:origin x="1886" y="39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9" Type="http://schemas.openxmlformats.org/officeDocument/2006/relationships/tags" Target="tags/tag3.xml"/><Relationship Id="rId38" Type="http://schemas.openxmlformats.org/officeDocument/2006/relationships/customXml" Target="../customXml/item1.xml"/><Relationship Id="rId37" Type="http://schemas.openxmlformats.org/officeDocument/2006/relationships/customXmlProps" Target="../customXml/itemProps2.xml"/><Relationship Id="rId36" Type="http://schemas.openxmlformats.org/officeDocument/2006/relationships/tableStyles" Target="tableStyles.xml"/><Relationship Id="rId35" Type="http://schemas.openxmlformats.org/officeDocument/2006/relationships/viewProps" Target="viewProps.xml"/><Relationship Id="rId34" Type="http://schemas.openxmlformats.org/officeDocument/2006/relationships/presProps" Target="presProps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A7A321-F3D9-4C81-BB44-B8E478C3E0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1pPr>
    <a:lvl2pPr marL="34353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2pPr>
    <a:lvl3pPr marL="68770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3pPr>
    <a:lvl4pPr marL="1031240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4pPr>
    <a:lvl5pPr marL="137477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5pPr>
    <a:lvl6pPr marL="171894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6pPr>
    <a:lvl7pPr marL="2062480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7pPr>
    <a:lvl8pPr marL="2406650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8pPr>
    <a:lvl9pPr marL="275018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77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>
              <a:effectLst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77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>
              <a:effectLst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77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>
              <a:effectLst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58045" y="1472400"/>
            <a:ext cx="5148263" cy="1152000"/>
          </a:xfrm>
        </p:spPr>
        <p:txBody>
          <a:bodyPr anchor="b"/>
          <a:lstStyle>
            <a:lvl1pPr algn="ctr">
              <a:defRPr sz="3380" spc="300" baseline="0">
                <a:solidFill>
                  <a:schemeClr val="tx1"/>
                </a:solidFill>
              </a:defRPr>
            </a:lvl1pPr>
          </a:lstStyle>
          <a:p>
            <a:r>
              <a:rPr lang="zh-CN" altLang="en-US" dirty="0"/>
              <a:t>主题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58045" y="2689200"/>
            <a:ext cx="5148263" cy="666000"/>
          </a:xfrm>
        </p:spPr>
        <p:txBody>
          <a:bodyPr/>
          <a:lstStyle>
            <a:lvl1pPr marL="0" indent="0" algn="ctr">
              <a:buNone/>
              <a:defRPr sz="1350" baseline="0">
                <a:solidFill>
                  <a:srgbClr val="63065F"/>
                </a:solidFill>
              </a:defRPr>
            </a:lvl1pPr>
            <a:lvl2pPr marL="257175" indent="0" algn="ctr">
              <a:buNone/>
              <a:defRPr sz="1125"/>
            </a:lvl2pPr>
            <a:lvl3pPr marL="514985" indent="0" algn="ctr">
              <a:buNone/>
              <a:defRPr sz="1015"/>
            </a:lvl3pPr>
            <a:lvl4pPr marL="772160" indent="0" algn="ctr">
              <a:buNone/>
              <a:defRPr sz="900"/>
            </a:lvl4pPr>
            <a:lvl5pPr marL="1029970" indent="0" algn="ctr">
              <a:buNone/>
              <a:defRPr sz="900"/>
            </a:lvl5pPr>
            <a:lvl6pPr marL="1287145" indent="0" algn="ctr">
              <a:buNone/>
              <a:defRPr sz="900"/>
            </a:lvl6pPr>
            <a:lvl7pPr marL="1544320" indent="0" algn="ctr">
              <a:buNone/>
              <a:defRPr sz="900"/>
            </a:lvl7pPr>
            <a:lvl8pPr marL="1802130" indent="0" algn="ctr">
              <a:buNone/>
              <a:defRPr sz="900"/>
            </a:lvl8pPr>
            <a:lvl9pPr marL="2059305" indent="0" algn="ctr">
              <a:buNone/>
              <a:defRPr sz="900"/>
            </a:lvl9pPr>
          </a:lstStyle>
          <a:p>
            <a:r>
              <a:rPr lang="en-US" dirty="0"/>
              <a:t>SUBTITLE GOES HERE</a:t>
            </a:r>
            <a:endParaRPr 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C7451-1419-4202-A27F-AE347845A433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697" y="223201"/>
            <a:ext cx="2108881" cy="522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71924" y="979201"/>
            <a:ext cx="5920502" cy="3636000"/>
          </a:xfrm>
        </p:spPr>
        <p:txBody>
          <a:bodyPr/>
          <a:lstStyle>
            <a:lvl1pPr>
              <a:defRPr spc="0"/>
            </a:lvl1pPr>
            <a:lvl2pPr>
              <a:defRPr spc="0"/>
            </a:lvl2pPr>
            <a:lvl3pPr>
              <a:defRPr spc="0"/>
            </a:lvl3pPr>
            <a:lvl4pPr>
              <a:defRPr spc="0"/>
            </a:lvl4pPr>
            <a:lvl5pPr>
              <a:defRPr spc="0"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471924" y="360000"/>
            <a:ext cx="5920502" cy="489600"/>
          </a:xfrm>
        </p:spPr>
        <p:txBody>
          <a:bodyPr/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349" y="1283491"/>
            <a:ext cx="5920502" cy="2141534"/>
          </a:xfrm>
        </p:spPr>
        <p:txBody>
          <a:bodyPr anchor="b"/>
          <a:lstStyle>
            <a:lvl1pPr>
              <a:defRPr sz="338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8349" y="3445285"/>
            <a:ext cx="5920502" cy="1126182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257175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2pPr>
            <a:lvl3pPr marL="514985" indent="0">
              <a:buNone/>
              <a:defRPr sz="1015">
                <a:solidFill>
                  <a:schemeClr val="tx1">
                    <a:tint val="75000"/>
                  </a:schemeClr>
                </a:solidFill>
              </a:defRPr>
            </a:lvl3pPr>
            <a:lvl4pPr marL="77216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4pPr>
            <a:lvl5pPr marL="102997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5pPr>
            <a:lvl6pPr marL="128714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6pPr>
            <a:lvl7pPr marL="154432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7pPr>
            <a:lvl8pPr marL="180213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8pPr>
            <a:lvl9pPr marL="205930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dirty="0"/>
              <a:t>Click here to edit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22B08-3EA3-41BF-B421-FEB4AE47B4B9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924" y="360000"/>
            <a:ext cx="5920502" cy="489600"/>
          </a:xfrm>
        </p:spPr>
        <p:txBody>
          <a:bodyPr/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71925" y="982800"/>
            <a:ext cx="2917349" cy="3632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475078" y="982800"/>
            <a:ext cx="2917349" cy="3632400"/>
          </a:xfrm>
        </p:spPr>
        <p:txBody>
          <a:bodyPr/>
          <a:lstStyle/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A97F0-3F40-4E8D-AD72-3EF4C46A3CD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818" y="360000"/>
            <a:ext cx="5920502" cy="489600"/>
          </a:xfrm>
        </p:spPr>
        <p:txBody>
          <a:bodyPr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72819" y="1004400"/>
            <a:ext cx="2918700" cy="615600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985" indent="0">
              <a:buNone/>
              <a:defRPr sz="1015" b="1"/>
            </a:lvl3pPr>
            <a:lvl4pPr marL="772160" indent="0">
              <a:buNone/>
              <a:defRPr sz="900" b="1"/>
            </a:lvl4pPr>
            <a:lvl5pPr marL="1029970" indent="0">
              <a:buNone/>
              <a:defRPr sz="900" b="1"/>
            </a:lvl5pPr>
            <a:lvl6pPr marL="1287145" indent="0">
              <a:buNone/>
              <a:defRPr sz="900" b="1"/>
            </a:lvl6pPr>
            <a:lvl7pPr marL="1544320" indent="0">
              <a:buNone/>
              <a:defRPr sz="900" b="1"/>
            </a:lvl7pPr>
            <a:lvl8pPr marL="1802130" indent="0">
              <a:buNone/>
              <a:defRPr sz="900" b="1"/>
            </a:lvl8pPr>
            <a:lvl9pPr marL="2059305" indent="0">
              <a:buNone/>
              <a:defRPr sz="900" b="1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72820" y="1674000"/>
            <a:ext cx="2913295" cy="294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3475077" y="1004400"/>
            <a:ext cx="2918700" cy="615600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985" indent="0">
              <a:buNone/>
              <a:defRPr sz="1015" b="1"/>
            </a:lvl3pPr>
            <a:lvl4pPr marL="772160" indent="0">
              <a:buNone/>
              <a:defRPr sz="900" b="1"/>
            </a:lvl4pPr>
            <a:lvl5pPr marL="1029970" indent="0">
              <a:buNone/>
              <a:defRPr sz="900" b="1"/>
            </a:lvl5pPr>
            <a:lvl6pPr marL="1287145" indent="0">
              <a:buNone/>
              <a:defRPr sz="900" b="1"/>
            </a:lvl6pPr>
            <a:lvl7pPr marL="1544320" indent="0">
              <a:buNone/>
              <a:defRPr sz="900" b="1"/>
            </a:lvl7pPr>
            <a:lvl8pPr marL="1802130" indent="0">
              <a:buNone/>
              <a:defRPr sz="900" b="1"/>
            </a:lvl8pPr>
            <a:lvl9pPr marL="2059305" indent="0">
              <a:buNone/>
              <a:defRPr sz="900" b="1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01E6E-D92E-4C52-A98F-A9E10A9340D6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 hasCustomPrompt="1"/>
          </p:nvPr>
        </p:nvSpPr>
        <p:spPr>
          <a:xfrm>
            <a:off x="3473727" y="1674000"/>
            <a:ext cx="2918700" cy="294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818" y="360000"/>
            <a:ext cx="5920502" cy="489600"/>
          </a:xfrm>
        </p:spPr>
        <p:txBody>
          <a:bodyPr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72819" y="986128"/>
            <a:ext cx="5921178" cy="18180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01E6E-D92E-4C52-A98F-A9E10A9340D6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Content Placeholder 3"/>
          <p:cNvSpPr>
            <a:spLocks noGrp="1"/>
          </p:cNvSpPr>
          <p:nvPr>
            <p:ph sz="half" idx="12" hasCustomPrompt="1"/>
          </p:nvPr>
        </p:nvSpPr>
        <p:spPr>
          <a:xfrm>
            <a:off x="471250" y="2890800"/>
            <a:ext cx="5921178" cy="18180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924" y="360000"/>
            <a:ext cx="5920502" cy="489600"/>
          </a:xfrm>
        </p:spPr>
        <p:txBody>
          <a:bodyPr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3697-D339-4047-AF9F-C94934425D83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819" y="343221"/>
            <a:ext cx="2213932" cy="1201261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2918244" y="741255"/>
            <a:ext cx="3475077" cy="3658604"/>
          </a:xfrm>
        </p:spPr>
        <p:txBody>
          <a:bodyPr/>
          <a:lstStyle>
            <a:lvl1pPr>
              <a:defRPr sz="1575"/>
            </a:lvl1pPr>
            <a:lvl2pPr>
              <a:defRPr sz="1350"/>
            </a:lvl2pPr>
            <a:lvl3pPr>
              <a:defRPr sz="1125"/>
            </a:lvl3pPr>
            <a:lvl4pPr>
              <a:defRPr sz="1015"/>
            </a:lvl4pPr>
            <a:lvl5pPr>
              <a:defRPr sz="1015"/>
            </a:lvl5pPr>
            <a:lvl6pPr>
              <a:defRPr sz="1125"/>
            </a:lvl6pPr>
            <a:lvl7pPr>
              <a:defRPr sz="1125"/>
            </a:lvl7pPr>
            <a:lvl8pPr>
              <a:defRPr sz="1125"/>
            </a:lvl8pPr>
            <a:lvl9pPr>
              <a:defRPr sz="1125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72819" y="1544479"/>
            <a:ext cx="2213932" cy="2861338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257175" indent="0">
              <a:buNone/>
              <a:defRPr sz="790"/>
            </a:lvl2pPr>
            <a:lvl3pPr marL="514985" indent="0">
              <a:buNone/>
              <a:defRPr sz="675"/>
            </a:lvl3pPr>
            <a:lvl4pPr marL="772160" indent="0">
              <a:buNone/>
              <a:defRPr sz="565"/>
            </a:lvl4pPr>
            <a:lvl5pPr marL="1029970" indent="0">
              <a:buNone/>
              <a:defRPr sz="565"/>
            </a:lvl5pPr>
            <a:lvl6pPr marL="1287145" indent="0">
              <a:buNone/>
              <a:defRPr sz="565"/>
            </a:lvl6pPr>
            <a:lvl7pPr marL="1544320" indent="0">
              <a:buNone/>
              <a:defRPr sz="565"/>
            </a:lvl7pPr>
            <a:lvl8pPr marL="1802130" indent="0">
              <a:buNone/>
              <a:defRPr sz="565"/>
            </a:lvl8pPr>
            <a:lvl9pPr marL="2059305" indent="0">
              <a:buNone/>
              <a:defRPr sz="565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B8FB5-04D9-4225-B74F-1A2F4016A2D2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819" y="343221"/>
            <a:ext cx="2213932" cy="1201261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2918244" y="741255"/>
            <a:ext cx="3475077" cy="3658604"/>
          </a:xfrm>
        </p:spPr>
        <p:txBody>
          <a:bodyPr anchor="t">
            <a:normAutofit/>
          </a:bodyPr>
          <a:lstStyle>
            <a:lvl1pPr marL="0" indent="0">
              <a:buNone/>
              <a:defRPr sz="1575"/>
            </a:lvl1pPr>
            <a:lvl2pPr marL="257175" indent="0">
              <a:buNone/>
              <a:defRPr sz="1575"/>
            </a:lvl2pPr>
            <a:lvl3pPr marL="514985" indent="0">
              <a:buNone/>
              <a:defRPr sz="1350"/>
            </a:lvl3pPr>
            <a:lvl4pPr marL="772160" indent="0">
              <a:buNone/>
              <a:defRPr sz="1125"/>
            </a:lvl4pPr>
            <a:lvl5pPr marL="1029970" indent="0">
              <a:buNone/>
              <a:defRPr sz="1125"/>
            </a:lvl5pPr>
            <a:lvl6pPr marL="1287145" indent="0">
              <a:buNone/>
              <a:defRPr sz="1125"/>
            </a:lvl6pPr>
            <a:lvl7pPr marL="1544320" indent="0">
              <a:buNone/>
              <a:defRPr sz="1125"/>
            </a:lvl7pPr>
            <a:lvl8pPr marL="1802130" indent="0">
              <a:buNone/>
              <a:defRPr sz="1125"/>
            </a:lvl8pPr>
            <a:lvl9pPr marL="2059305" indent="0">
              <a:buNone/>
              <a:defRPr sz="1125"/>
            </a:lvl9pPr>
          </a:lstStyle>
          <a:p>
            <a:r>
              <a:rPr lang="en-US" altLang="zh-CN" dirty="0"/>
              <a:t>Click to add pictures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72819" y="1544479"/>
            <a:ext cx="2213932" cy="2861338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257175" indent="0">
              <a:buNone/>
              <a:defRPr sz="790"/>
            </a:lvl2pPr>
            <a:lvl3pPr marL="514985" indent="0">
              <a:buNone/>
              <a:defRPr sz="675"/>
            </a:lvl3pPr>
            <a:lvl4pPr marL="772160" indent="0">
              <a:buNone/>
              <a:defRPr sz="565"/>
            </a:lvl4pPr>
            <a:lvl5pPr marL="1029970" indent="0">
              <a:buNone/>
              <a:defRPr sz="565"/>
            </a:lvl5pPr>
            <a:lvl6pPr marL="1287145" indent="0">
              <a:buNone/>
              <a:defRPr sz="565"/>
            </a:lvl6pPr>
            <a:lvl7pPr marL="1544320" indent="0">
              <a:buNone/>
              <a:defRPr sz="565"/>
            </a:lvl7pPr>
            <a:lvl8pPr marL="1802130" indent="0">
              <a:buNone/>
              <a:defRPr sz="565"/>
            </a:lvl8pPr>
            <a:lvl9pPr marL="2059305" indent="0">
              <a:buNone/>
              <a:defRPr sz="565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256EE-3EB6-48A8-9004-22005D6F3B0D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858045" y="1472400"/>
            <a:ext cx="5148263" cy="1152000"/>
          </a:xfrm>
        </p:spPr>
        <p:txBody>
          <a:bodyPr anchor="b"/>
          <a:lstStyle>
            <a:lvl1pPr algn="ctr">
              <a:defRPr sz="338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58045" y="2689200"/>
            <a:ext cx="5148263" cy="666000"/>
          </a:xfrm>
        </p:spPr>
        <p:txBody>
          <a:bodyPr/>
          <a:lstStyle>
            <a:lvl1pPr marL="0" indent="0" algn="ctr">
              <a:buNone/>
              <a:defRPr sz="1350" baseline="0">
                <a:solidFill>
                  <a:srgbClr val="63065F"/>
                </a:solidFill>
              </a:defRPr>
            </a:lvl1pPr>
            <a:lvl2pPr marL="257175" indent="0" algn="ctr">
              <a:buNone/>
              <a:defRPr sz="1125"/>
            </a:lvl2pPr>
            <a:lvl3pPr marL="514985" indent="0" algn="ctr">
              <a:buNone/>
              <a:defRPr sz="1015"/>
            </a:lvl3pPr>
            <a:lvl4pPr marL="772160" indent="0" algn="ctr">
              <a:buNone/>
              <a:defRPr sz="900"/>
            </a:lvl4pPr>
            <a:lvl5pPr marL="1029970" indent="0" algn="ctr">
              <a:buNone/>
              <a:defRPr sz="900"/>
            </a:lvl5pPr>
            <a:lvl6pPr marL="1287145" indent="0" algn="ctr">
              <a:buNone/>
              <a:defRPr sz="900"/>
            </a:lvl6pPr>
            <a:lvl7pPr marL="1544320" indent="0" algn="ctr">
              <a:buNone/>
              <a:defRPr sz="900"/>
            </a:lvl7pPr>
            <a:lvl8pPr marL="1802130" indent="0" algn="ctr">
              <a:buNone/>
              <a:defRPr sz="900"/>
            </a:lvl8pPr>
            <a:lvl9pPr marL="2059305" indent="0" algn="ctr">
              <a:buNone/>
              <a:defRPr sz="900"/>
            </a:lvl9pPr>
          </a:lstStyle>
          <a:p>
            <a:r>
              <a:rPr lang="en-US" dirty="0"/>
              <a:t>SUBTITLE GOES HERE</a:t>
            </a:r>
            <a:endParaRPr lang="en-US" dirty="0"/>
          </a:p>
        </p:txBody>
      </p: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293" y="223201"/>
            <a:ext cx="2108881" cy="522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49" y="1282700"/>
            <a:ext cx="5920502" cy="2141538"/>
          </a:xfrm>
        </p:spPr>
        <p:txBody>
          <a:bodyPr anchor="b">
            <a:normAutofit/>
          </a:bodyPr>
          <a:lstStyle>
            <a:lvl1pPr>
              <a:defRPr sz="338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468349" y="3444879"/>
            <a:ext cx="5920502" cy="1127125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3535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6435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997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287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640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930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28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57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dirty="0"/>
              <a:t>Click here to edit</a:t>
            </a:r>
            <a:endParaRPr lang="en-US" altLang="zh-CN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713460" y="907200"/>
            <a:ext cx="2843030" cy="375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内容占位符 2"/>
          <p:cNvSpPr>
            <a:spLocks noGrp="1"/>
          </p:cNvSpPr>
          <p:nvPr>
            <p:ph sz="half" idx="12" hasCustomPrompt="1"/>
          </p:nvPr>
        </p:nvSpPr>
        <p:spPr>
          <a:xfrm>
            <a:off x="3656483" y="907200"/>
            <a:ext cx="2843030" cy="375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713460" y="907200"/>
            <a:ext cx="2843030" cy="375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内容占位符 2"/>
          <p:cNvSpPr>
            <a:spLocks noGrp="1"/>
          </p:cNvSpPr>
          <p:nvPr>
            <p:ph sz="half" idx="12" hasCustomPrompt="1"/>
          </p:nvPr>
        </p:nvSpPr>
        <p:spPr>
          <a:xfrm>
            <a:off x="3656483" y="9072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内容占位符 2"/>
          <p:cNvSpPr>
            <a:spLocks noGrp="1"/>
          </p:cNvSpPr>
          <p:nvPr>
            <p:ph sz="half" idx="13" hasCustomPrompt="1"/>
          </p:nvPr>
        </p:nvSpPr>
        <p:spPr>
          <a:xfrm>
            <a:off x="3656483" y="28440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713461" y="907200"/>
            <a:ext cx="5786053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2"/>
          <p:cNvSpPr>
            <a:spLocks noGrp="1"/>
          </p:cNvSpPr>
          <p:nvPr>
            <p:ph sz="half" idx="12" hasCustomPrompt="1"/>
          </p:nvPr>
        </p:nvSpPr>
        <p:spPr>
          <a:xfrm>
            <a:off x="713461" y="2840400"/>
            <a:ext cx="5786053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713460" y="9072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2" name="标题 1"/>
          <p:cNvSpPr>
            <a:spLocks noGrp="1"/>
          </p:cNvSpPr>
          <p:nvPr>
            <p:ph type="title"/>
          </p:nvPr>
        </p:nvSpPr>
        <p:spPr>
          <a:xfrm>
            <a:off x="713461" y="360000"/>
            <a:ext cx="5786053" cy="489600"/>
          </a:xfrm>
        </p:spPr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13" name="内容占位符 3"/>
          <p:cNvSpPr>
            <a:spLocks noGrp="1"/>
          </p:cNvSpPr>
          <p:nvPr>
            <p:ph sz="half" idx="12" hasCustomPrompt="1"/>
          </p:nvPr>
        </p:nvSpPr>
        <p:spPr>
          <a:xfrm>
            <a:off x="3656483" y="9072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内容占位符 3"/>
          <p:cNvSpPr>
            <a:spLocks noGrp="1"/>
          </p:cNvSpPr>
          <p:nvPr>
            <p:ph sz="half" idx="13" hasCustomPrompt="1"/>
          </p:nvPr>
        </p:nvSpPr>
        <p:spPr>
          <a:xfrm>
            <a:off x="713460" y="28404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内容占位符 3"/>
          <p:cNvSpPr>
            <a:spLocks noGrp="1"/>
          </p:cNvSpPr>
          <p:nvPr>
            <p:ph sz="half" idx="14" hasCustomPrompt="1"/>
          </p:nvPr>
        </p:nvSpPr>
        <p:spPr>
          <a:xfrm>
            <a:off x="3656483" y="2840618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118" y="342900"/>
            <a:ext cx="2214230" cy="1201738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2918542" y="741367"/>
            <a:ext cx="3475077" cy="3659187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 sz="2400"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 sz="2100"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 sz="1800"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 sz="1500"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473118" y="1544642"/>
            <a:ext cx="2214230" cy="2860675"/>
          </a:xfrm>
        </p:spPr>
        <p:txBody>
          <a:bodyPr/>
          <a:lstStyle>
            <a:lvl1pPr marL="0" indent="0"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3535" indent="0">
              <a:buNone/>
              <a:defRPr sz="1050"/>
            </a:lvl2pPr>
            <a:lvl3pPr marL="686435" indent="0">
              <a:buNone/>
              <a:defRPr sz="900"/>
            </a:lvl3pPr>
            <a:lvl4pPr marL="1029970" indent="0">
              <a:buNone/>
              <a:defRPr sz="750"/>
            </a:lvl4pPr>
            <a:lvl5pPr marL="1372870" indent="0">
              <a:buNone/>
              <a:defRPr sz="750"/>
            </a:lvl5pPr>
            <a:lvl6pPr marL="1716405" indent="0">
              <a:buNone/>
              <a:defRPr sz="750"/>
            </a:lvl6pPr>
            <a:lvl7pPr marL="2059305" indent="0">
              <a:buNone/>
              <a:defRPr sz="750"/>
            </a:lvl7pPr>
            <a:lvl8pPr marL="2402840" indent="0">
              <a:buNone/>
              <a:defRPr sz="750"/>
            </a:lvl8pPr>
            <a:lvl9pPr marL="2745740" indent="0">
              <a:buNone/>
              <a:defRPr sz="750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118" y="342900"/>
            <a:ext cx="2214230" cy="1201738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 hasCustomPrompt="1"/>
          </p:nvPr>
        </p:nvSpPr>
        <p:spPr>
          <a:xfrm>
            <a:off x="2918542" y="741367"/>
            <a:ext cx="3475077" cy="3659187"/>
          </a:xfrm>
        </p:spPr>
        <p:txBody>
          <a:bodyPr>
            <a:normAutofit/>
          </a:bodyPr>
          <a:lstStyle>
            <a:lvl1pPr marL="0" indent="0">
              <a:buNone/>
              <a:defRPr sz="1575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3535" indent="0">
              <a:buNone/>
              <a:defRPr sz="2100"/>
            </a:lvl2pPr>
            <a:lvl3pPr marL="686435" indent="0">
              <a:buNone/>
              <a:defRPr sz="1800"/>
            </a:lvl3pPr>
            <a:lvl4pPr marL="1029970" indent="0">
              <a:buNone/>
              <a:defRPr sz="1500"/>
            </a:lvl4pPr>
            <a:lvl5pPr marL="1372870" indent="0">
              <a:buNone/>
              <a:defRPr sz="1500"/>
            </a:lvl5pPr>
            <a:lvl6pPr marL="1716405" indent="0">
              <a:buNone/>
              <a:defRPr sz="1500"/>
            </a:lvl6pPr>
            <a:lvl7pPr marL="2059305" indent="0">
              <a:buNone/>
              <a:defRPr sz="1500"/>
            </a:lvl7pPr>
            <a:lvl8pPr marL="2402840" indent="0">
              <a:buNone/>
              <a:defRPr sz="1500"/>
            </a:lvl8pPr>
            <a:lvl9pPr marL="2745740" indent="0">
              <a:buNone/>
              <a:defRPr sz="1500"/>
            </a:lvl9pPr>
          </a:lstStyle>
          <a:p>
            <a:r>
              <a:rPr lang="en-US" altLang="zh-CN" dirty="0"/>
              <a:t>Click to add pictures</a:t>
            </a:r>
            <a:endParaRPr lang="en-US" altLang="zh-CN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473118" y="1544642"/>
            <a:ext cx="2214230" cy="2860675"/>
          </a:xfrm>
        </p:spPr>
        <p:txBody>
          <a:bodyPr/>
          <a:lstStyle>
            <a:lvl1pPr marL="0" indent="0"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3535" indent="0">
              <a:buNone/>
              <a:defRPr sz="1050"/>
            </a:lvl2pPr>
            <a:lvl3pPr marL="686435" indent="0">
              <a:buNone/>
              <a:defRPr sz="900"/>
            </a:lvl3pPr>
            <a:lvl4pPr marL="1029970" indent="0">
              <a:buNone/>
              <a:defRPr sz="750"/>
            </a:lvl4pPr>
            <a:lvl5pPr marL="1372870" indent="0">
              <a:buNone/>
              <a:defRPr sz="750"/>
            </a:lvl5pPr>
            <a:lvl6pPr marL="1716405" indent="0">
              <a:buNone/>
              <a:defRPr sz="750"/>
            </a:lvl6pPr>
            <a:lvl7pPr marL="2059305" indent="0">
              <a:buNone/>
              <a:defRPr sz="750"/>
            </a:lvl7pPr>
            <a:lvl8pPr marL="2402840" indent="0">
              <a:buNone/>
              <a:defRPr sz="750"/>
            </a:lvl8pPr>
            <a:lvl9pPr marL="2745740" indent="0">
              <a:buNone/>
              <a:defRPr sz="750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5865899" y="274639"/>
            <a:ext cx="633613" cy="4362450"/>
          </a:xfrm>
        </p:spPr>
        <p:txBody>
          <a:bodyPr vert="eaVert"/>
          <a:lstStyle>
            <a:lvl1pPr>
              <a:defRPr baseline="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471926" y="274639"/>
            <a:ext cx="5274367" cy="4362450"/>
          </a:xfrm>
        </p:spPr>
        <p:txBody>
          <a:bodyPr vert="eaVert"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14" Type="http://schemas.openxmlformats.org/officeDocument/2006/relationships/theme" Target="../theme/theme2.xml"/><Relationship Id="rId13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924" y="274099"/>
            <a:ext cx="5920502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924" y="1370486"/>
            <a:ext cx="5920502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矩形 6"/>
          <p:cNvSpPr/>
          <p:nvPr userDrawn="1"/>
        </p:nvSpPr>
        <p:spPr>
          <a:xfrm>
            <a:off x="4" y="4809601"/>
            <a:ext cx="6864349" cy="342000"/>
          </a:xfrm>
          <a:prstGeom prst="rect">
            <a:avLst/>
          </a:prstGeom>
          <a:solidFill>
            <a:srgbClr val="6306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5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070260" y="4844889"/>
            <a:ext cx="941965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>
                <a:solidFill>
                  <a:schemeClr val="bg1"/>
                </a:solidFill>
              </a:defRPr>
            </a:lvl1pPr>
          </a:lstStyle>
          <a:p>
            <a:fld id="{EEEC610F-3C03-4981-BC45-48C127B3AC92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12227" y="4844889"/>
            <a:ext cx="380202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bg1"/>
                </a:solidFill>
              </a:defRPr>
            </a:lvl1pPr>
          </a:lstStyle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/>
  <p:txStyles>
    <p:titleStyle>
      <a:lvl1pPr algn="l" defTabSz="514985" rtl="0" eaLnBrk="1" latinLnBrk="0" hangingPunct="1">
        <a:lnSpc>
          <a:spcPct val="90000"/>
        </a:lnSpc>
        <a:spcBef>
          <a:spcPct val="0"/>
        </a:spcBef>
        <a:buNone/>
        <a:defRPr sz="2475" kern="1200" baseline="0">
          <a:solidFill>
            <a:srgbClr val="63065F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57175" indent="-257175" algn="l" defTabSz="514985" rtl="0" eaLnBrk="1" latinLnBrk="0" hangingPunct="1">
        <a:lnSpc>
          <a:spcPct val="90000"/>
        </a:lnSpc>
        <a:spcBef>
          <a:spcPts val="565"/>
        </a:spcBef>
        <a:buClr>
          <a:srgbClr val="63065F"/>
        </a:buClr>
        <a:buSzPct val="80000"/>
        <a:buFont typeface="Wingdings" panose="05000000000000000000" pitchFamily="2" charset="2"/>
        <a:buChar char="n"/>
        <a:defRPr sz="1575" kern="120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71805" indent="-214630" algn="l" defTabSz="514985" rtl="0" eaLnBrk="1" latinLnBrk="0" hangingPunct="1">
        <a:lnSpc>
          <a:spcPct val="90000"/>
        </a:lnSpc>
        <a:spcBef>
          <a:spcPts val="280"/>
        </a:spcBef>
        <a:buClr>
          <a:srgbClr val="63065F"/>
        </a:buClr>
        <a:buSzPct val="80000"/>
        <a:buFont typeface="Wingdings" panose="05000000000000000000" pitchFamily="2" charset="2"/>
        <a:buChar char="l"/>
        <a:defRPr sz="135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729615" indent="-214630" algn="l" defTabSz="514985" rtl="0" eaLnBrk="1" latinLnBrk="0" hangingPunct="1">
        <a:lnSpc>
          <a:spcPct val="90000"/>
        </a:lnSpc>
        <a:spcBef>
          <a:spcPts val="280"/>
        </a:spcBef>
        <a:buClr>
          <a:srgbClr val="630662"/>
        </a:buClr>
        <a:buFont typeface="Calibri" panose="020F0502020204030204" pitchFamily="34" charset="0"/>
        <a:buChar char="–"/>
        <a:defRPr sz="1125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986790" indent="-214630" algn="l" defTabSz="514985" rtl="0" eaLnBrk="1" latinLnBrk="0" hangingPunct="1">
        <a:lnSpc>
          <a:spcPct val="90000"/>
        </a:lnSpc>
        <a:spcBef>
          <a:spcPts val="280"/>
        </a:spcBef>
        <a:buClr>
          <a:srgbClr val="63065F"/>
        </a:buClr>
        <a:buFont typeface="Calibri" panose="020F0502020204030204" pitchFamily="34" charset="0"/>
        <a:buChar char="»"/>
        <a:defRPr sz="1015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158240" indent="-128905" algn="l" defTabSz="514985" rtl="0" eaLnBrk="1" latinLnBrk="0" hangingPunct="1">
        <a:lnSpc>
          <a:spcPct val="90000"/>
        </a:lnSpc>
        <a:spcBef>
          <a:spcPts val="280"/>
        </a:spcBef>
        <a:buClr>
          <a:srgbClr val="63065F"/>
        </a:buClr>
        <a:buFont typeface="Arial" panose="020B0604020202020204" pitchFamily="34" charset="0"/>
        <a:buChar char="•"/>
        <a:defRPr sz="1015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416050" indent="-128905" algn="l" defTabSz="514985" rtl="0" eaLnBrk="1" latinLnBrk="0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5" kern="1200">
          <a:solidFill>
            <a:schemeClr val="tx1"/>
          </a:solidFill>
          <a:latin typeface="+mn-lt"/>
          <a:ea typeface="+mn-ea"/>
          <a:cs typeface="+mn-cs"/>
        </a:defRPr>
      </a:lvl6pPr>
      <a:lvl7pPr marL="1673225" indent="-128905" algn="l" defTabSz="514985" rtl="0" eaLnBrk="1" latinLnBrk="0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5" kern="1200">
          <a:solidFill>
            <a:schemeClr val="tx1"/>
          </a:solidFill>
          <a:latin typeface="+mn-lt"/>
          <a:ea typeface="+mn-ea"/>
          <a:cs typeface="+mn-cs"/>
        </a:defRPr>
      </a:lvl7pPr>
      <a:lvl8pPr marL="1930400" indent="-128905" algn="l" defTabSz="514985" rtl="0" eaLnBrk="1" latinLnBrk="0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5" kern="1200">
          <a:solidFill>
            <a:schemeClr val="tx1"/>
          </a:solidFill>
          <a:latin typeface="+mn-lt"/>
          <a:ea typeface="+mn-ea"/>
          <a:cs typeface="+mn-cs"/>
        </a:defRPr>
      </a:lvl8pPr>
      <a:lvl9pPr marL="2188210" indent="-128905" algn="l" defTabSz="514985" rtl="0" eaLnBrk="1" latinLnBrk="0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2pPr>
      <a:lvl3pPr marL="514985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3pPr>
      <a:lvl4pPr marL="77216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4pPr>
      <a:lvl5pPr marL="102997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5pPr>
      <a:lvl6pPr marL="1287145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6pPr>
      <a:lvl7pPr marL="154432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7pPr>
      <a:lvl8pPr marL="180213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8pPr>
      <a:lvl9pPr marL="2059305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13461" y="360000"/>
            <a:ext cx="5786053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3461" y="972000"/>
            <a:ext cx="5786053" cy="3650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1" y="-2"/>
            <a:ext cx="340598" cy="5148000"/>
          </a:xfrm>
          <a:prstGeom prst="rect">
            <a:avLst/>
          </a:prstGeom>
          <a:solidFill>
            <a:srgbClr val="6306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" y="154800"/>
            <a:ext cx="340515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688763" y="4744800"/>
            <a:ext cx="810750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/>
                </a:solidFill>
              </a:defRPr>
            </a:lvl1pPr>
          </a:lstStyle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</p:sldLayoutIdLst>
  <p:txStyles>
    <p:titleStyle>
      <a:lvl1pPr algn="l" defTabSz="686435" rtl="0" eaLnBrk="1" latinLnBrk="0" hangingPunct="1">
        <a:lnSpc>
          <a:spcPct val="90000"/>
        </a:lnSpc>
        <a:spcBef>
          <a:spcPct val="0"/>
        </a:spcBef>
        <a:buNone/>
        <a:defRPr sz="2100" kern="1200" baseline="0">
          <a:solidFill>
            <a:srgbClr val="63065F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57175" marR="0" indent="-257175" algn="l" defTabSz="514985" rtl="0" eaLnBrk="1" fontAlgn="auto" latinLnBrk="0" hangingPunct="1">
        <a:lnSpc>
          <a:spcPct val="90000"/>
        </a:lnSpc>
        <a:spcBef>
          <a:spcPts val="565"/>
        </a:spcBef>
        <a:spcAft>
          <a:spcPts val="0"/>
        </a:spcAft>
        <a:buClr>
          <a:srgbClr val="63065F"/>
        </a:buClr>
        <a:buSzPct val="80000"/>
        <a:buFont typeface="Wingdings" panose="05000000000000000000" pitchFamily="2" charset="2"/>
        <a:buChar char="n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471805" marR="0" indent="-214630" algn="l" defTabSz="514985" rtl="0" eaLnBrk="1" fontAlgn="auto" latinLnBrk="0" hangingPunct="1">
        <a:lnSpc>
          <a:spcPct val="90000"/>
        </a:lnSpc>
        <a:spcBef>
          <a:spcPts val="280"/>
        </a:spcBef>
        <a:spcAft>
          <a:spcPts val="0"/>
        </a:spcAft>
        <a:buClr>
          <a:srgbClr val="63065F"/>
        </a:buClr>
        <a:buSzPct val="80000"/>
        <a:buFont typeface="Wingdings" panose="05000000000000000000" pitchFamily="2" charset="2"/>
        <a:buChar char="l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29615" marR="0" indent="-214630" algn="l" defTabSz="514985" rtl="0" eaLnBrk="1" fontAlgn="auto" latinLnBrk="0" hangingPunct="1">
        <a:lnSpc>
          <a:spcPct val="90000"/>
        </a:lnSpc>
        <a:spcBef>
          <a:spcPts val="280"/>
        </a:spcBef>
        <a:spcAft>
          <a:spcPts val="0"/>
        </a:spcAft>
        <a:buClr>
          <a:srgbClr val="630662"/>
        </a:buClr>
        <a:buSzTx/>
        <a:buFont typeface="Calibri" panose="020F050202020403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986790" marR="0" indent="-214630" algn="l" defTabSz="514985" rtl="0" eaLnBrk="1" fontAlgn="auto" latinLnBrk="0" hangingPunct="1">
        <a:lnSpc>
          <a:spcPct val="90000"/>
        </a:lnSpc>
        <a:spcBef>
          <a:spcPts val="280"/>
        </a:spcBef>
        <a:spcAft>
          <a:spcPts val="0"/>
        </a:spcAft>
        <a:buClr>
          <a:srgbClr val="63065F"/>
        </a:buClr>
        <a:buSzTx/>
        <a:buFont typeface="Calibri" panose="020F0502020204030204" pitchFamily="34" charset="0"/>
        <a:buChar char="»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158240" marR="0" indent="-128905" algn="l" defTabSz="514985" rtl="0" eaLnBrk="1" fontAlgn="auto" latinLnBrk="0" hangingPunct="1">
        <a:lnSpc>
          <a:spcPct val="90000"/>
        </a:lnSpc>
        <a:spcBef>
          <a:spcPts val="280"/>
        </a:spcBef>
        <a:spcAft>
          <a:spcPts val="0"/>
        </a:spcAft>
        <a:buClr>
          <a:srgbClr val="63065F"/>
        </a:buClr>
        <a:buSzTx/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7855" indent="-171450" algn="l" defTabSz="68643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30755" indent="-171450" algn="l" defTabSz="68643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4290" indent="-171450" algn="l" defTabSz="68643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7190" indent="-171450" algn="l" defTabSz="68643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3535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6435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997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287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6405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9305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284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574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3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094740" y="1472565"/>
            <a:ext cx="4810760" cy="1151890"/>
          </a:xfrm>
        </p:spPr>
        <p:txBody>
          <a:bodyPr/>
          <a:lstStyle/>
          <a:p>
            <a:r>
              <a:rPr kumimoji="1" lang="zh-CN" altLang="en-US" dirty="0">
                <a:sym typeface="+mn-ea"/>
              </a:rPr>
              <a:t>基于公式的数值推理方法与评测研究</a:t>
            </a:r>
            <a:endParaRPr kumimoji="1"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2652883" y="2984686"/>
            <a:ext cx="1558585" cy="666000"/>
          </a:xfrm>
        </p:spPr>
        <p:txBody>
          <a:bodyPr>
            <a:normAutofit fontScale="80000" lnSpcReduction="10000"/>
          </a:bodyPr>
          <a:lstStyle/>
          <a:p>
            <a:pPr algn="l"/>
            <a:r>
              <a:rPr kumimoji="1" lang="zh-CN" altLang="en-US" dirty="0"/>
              <a:t>答辩人：</a:t>
            </a:r>
            <a:r>
              <a:rPr kumimoji="1" lang="zh-CN" altLang="en-US" dirty="0"/>
              <a:t>朱博林  </a:t>
            </a:r>
            <a:endParaRPr kumimoji="1" lang="en-US" altLang="zh-CN" dirty="0"/>
          </a:p>
          <a:p>
            <a:pPr algn="l"/>
            <a:r>
              <a:rPr kumimoji="1" lang="zh-CN" altLang="en-US" dirty="0"/>
              <a:t>学号：</a:t>
            </a:r>
            <a:r>
              <a:rPr kumimoji="1" lang="en-US" altLang="zh-CN" dirty="0"/>
              <a:t>522023330123</a:t>
            </a:r>
            <a:endParaRPr kumimoji="1" lang="en-US" altLang="zh-CN" dirty="0"/>
          </a:p>
          <a:p>
            <a:pPr algn="l"/>
            <a:r>
              <a:rPr kumimoji="1" lang="zh-CN" altLang="en-US" dirty="0"/>
              <a:t>导师：</a:t>
            </a:r>
            <a:r>
              <a:rPr kumimoji="1" lang="zh-CN" altLang="en-US" dirty="0"/>
              <a:t>程龚</a:t>
            </a:r>
            <a:endParaRPr kumimoji="1"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C7451-1419-4202-A27F-AE347845A433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572936" y="360418"/>
            <a:ext cx="1075656" cy="443194"/>
          </a:xfrm>
        </p:spPr>
        <p:txBody>
          <a:bodyPr>
            <a:noAutofit/>
          </a:bodyPr>
          <a:lstStyle/>
          <a:p>
            <a:r>
              <a:rPr lang="zh-CN" altLang="en-US" sz="3200" dirty="0"/>
              <a:t>目录</a:t>
            </a:r>
            <a:endParaRPr lang="zh-CN" altLang="en-US" sz="3200" dirty="0"/>
          </a:p>
        </p:txBody>
      </p:sp>
      <p:sp>
        <p:nvSpPr>
          <p:cNvPr id="7" name="内容占位符 6"/>
          <p:cNvSpPr>
            <a:spLocks noGrp="1"/>
          </p:cNvSpPr>
          <p:nvPr>
            <p:ph idx="1"/>
          </p:nvPr>
        </p:nvSpPr>
        <p:spPr>
          <a:xfrm>
            <a:off x="1405890" y="1127760"/>
            <a:ext cx="4525010" cy="3286125"/>
          </a:xfrm>
        </p:spPr>
        <p:txBody>
          <a:bodyPr>
            <a:normAutofit/>
          </a:bodyPr>
          <a:lstStyle/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/>
              <a:t>研究背景</a:t>
            </a:r>
            <a:endParaRPr lang="en-US" altLang="zh-CN" sz="2000" dirty="0"/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/>
              <a:t>相关工作</a:t>
            </a:r>
            <a:endParaRPr lang="en-US" altLang="zh-CN" sz="2000" dirty="0"/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>
                <a:sym typeface="+mn-ea"/>
              </a:rPr>
              <a:t>基于公式的数值推理数据集构建</a:t>
            </a:r>
            <a:endParaRPr lang="zh-CN" altLang="en-US" sz="2000" dirty="0"/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>
                <a:sym typeface="+mn-ea"/>
              </a:rPr>
              <a:t>基于公式的数值推理方法评测</a:t>
            </a:r>
            <a:endParaRPr lang="en-US" altLang="zh-CN" sz="2000" dirty="0"/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>
                <a:sym typeface="+mn-ea"/>
              </a:rPr>
              <a:t>一种基于公式的数值推理方法</a:t>
            </a:r>
            <a:endParaRPr lang="zh-CN" altLang="en-US" sz="2000" dirty="0">
              <a:sym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/>
              <a:t>总结与</a:t>
            </a:r>
            <a:r>
              <a:rPr lang="zh-CN" altLang="en-US" sz="2000" dirty="0"/>
              <a:t>展望</a:t>
            </a:r>
            <a:endParaRPr lang="zh-CN" altLang="en-US" sz="2000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/>
              <a:t>研究背景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471533" y="849559"/>
            <a:ext cx="5880888" cy="1060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理解文本中的数字信息，并在此基础上进行计算推导的能</a:t>
            </a:r>
            <a:r>
              <a:rPr lang="zh-CN" altLang="en-US" sz="1400" dirty="0"/>
              <a:t>力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>
                <a:sym typeface="+mn-ea"/>
              </a:rPr>
              <a:t>输入：蕴含数值信息的文本问题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输出：带有数值的</a:t>
            </a:r>
            <a:r>
              <a:rPr lang="zh-CN" altLang="en-US" sz="1400" dirty="0"/>
              <a:t>答案</a:t>
            </a:r>
            <a:endParaRPr lang="zh-CN" altLang="en-US" sz="1400" dirty="0"/>
          </a:p>
        </p:txBody>
      </p:sp>
      <p:sp>
        <p:nvSpPr>
          <p:cNvPr id="12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研究背景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 err="1"/>
              <a:t>数值推理</a:t>
            </a:r>
            <a:endParaRPr lang="zh-CN" altLang="en-US" dirty="0" err="1"/>
          </a:p>
        </p:txBody>
      </p:sp>
      <p:sp>
        <p:nvSpPr>
          <p:cNvPr id="5" name="文本框 4"/>
          <p:cNvSpPr txBox="1"/>
          <p:nvPr/>
        </p:nvSpPr>
        <p:spPr>
          <a:xfrm>
            <a:off x="1181735" y="2177415"/>
            <a:ext cx="5078730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/>
              <a:t>珍妮特的鸭子每天产16个蛋。她每天早上吃3个做早餐，还用4个做给朋友们的松饼。她每天把剩下的鸡蛋以每个2美元的价格卖给农贸市场。那么，她每天在农贸市场赚多少钱？</a:t>
            </a:r>
            <a:endParaRPr lang="zh-CN" altLang="en-US" sz="1600"/>
          </a:p>
        </p:txBody>
      </p:sp>
      <p:sp>
        <p:nvSpPr>
          <p:cNvPr id="6" name="圆角矩形 5"/>
          <p:cNvSpPr/>
          <p:nvPr/>
        </p:nvSpPr>
        <p:spPr>
          <a:xfrm>
            <a:off x="520700" y="2131060"/>
            <a:ext cx="5969635" cy="2349500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8" name="直接连接符 7"/>
          <p:cNvCxnSpPr/>
          <p:nvPr/>
        </p:nvCxnSpPr>
        <p:spPr>
          <a:xfrm>
            <a:off x="1109980" y="2131060"/>
            <a:ext cx="0" cy="235712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1181735" y="3422015"/>
            <a:ext cx="5079365" cy="82994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zh-CN" altLang="en-US" sz="16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珍妮特每天卖</a:t>
            </a:r>
            <a:r>
              <a:rPr lang="en-US" altLang="zh-CN" sz="160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16 - 3 - 4 = &lt;&lt;16-3-4=9&gt;&gt;9</a:t>
            </a:r>
            <a:r>
              <a:rPr lang="zh-CN" altLang="en-US" sz="16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个鸭蛋。 </a:t>
            </a:r>
            <a:endParaRPr lang="zh-CN" altLang="en-US" sz="16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altLang="en-US" sz="16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她每天在农贸市场赚</a:t>
            </a:r>
            <a:r>
              <a:rPr lang="en-US" altLang="zh-CN" sz="160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9 * 2 = $&lt;&lt;9*2=18&gt;&gt;18</a:t>
            </a:r>
            <a:r>
              <a:rPr lang="zh-CN" altLang="en-US" sz="16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。 </a:t>
            </a:r>
            <a:endParaRPr lang="zh-CN" altLang="en-US" sz="16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en-US" altLang="zh-CN" sz="160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#### </a:t>
            </a:r>
            <a:r>
              <a:rPr lang="en-US" altLang="zh-CN" sz="1600" b="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18</a:t>
            </a:r>
            <a:endParaRPr lang="en-US" altLang="zh-CN" sz="1600" b="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520700" y="3329305"/>
            <a:ext cx="5969635" cy="0"/>
          </a:xfrm>
          <a:prstGeom prst="line">
            <a:avLst/>
          </a:prstGeom>
          <a:ln cap="sq"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520700" y="2656840"/>
            <a:ext cx="7099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/>
              <a:t>输入</a:t>
            </a:r>
            <a:endParaRPr lang="zh-CN" altLang="en-US" sz="1600"/>
          </a:p>
        </p:txBody>
      </p:sp>
      <p:sp>
        <p:nvSpPr>
          <p:cNvPr id="13" name="文本框 12"/>
          <p:cNvSpPr txBox="1"/>
          <p:nvPr/>
        </p:nvSpPr>
        <p:spPr>
          <a:xfrm>
            <a:off x="520700" y="3594735"/>
            <a:ext cx="7099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/>
              <a:t>输</a:t>
            </a:r>
            <a:r>
              <a:rPr lang="zh-CN" altLang="en-US" sz="1600"/>
              <a:t>出</a:t>
            </a:r>
            <a:endParaRPr lang="zh-CN" altLang="en-US" sz="1600"/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471533" y="849559"/>
            <a:ext cx="5880888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数据集：缺乏领域知识、</a:t>
            </a:r>
            <a:r>
              <a:rPr lang="zh-CN" altLang="en-US" sz="1400" dirty="0"/>
              <a:t>缺乏详细的知识</a:t>
            </a:r>
            <a:r>
              <a:rPr lang="zh-CN" altLang="en-US" sz="1400" dirty="0"/>
              <a:t>标注</a:t>
            </a:r>
            <a:endParaRPr lang="zh-CN" altLang="en-US" sz="1400" dirty="0"/>
          </a:p>
        </p:txBody>
      </p:sp>
      <p:sp>
        <p:nvSpPr>
          <p:cNvPr id="12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研究背景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 err="1"/>
              <a:t>数据集与</a:t>
            </a:r>
            <a:r>
              <a:rPr lang="zh-CN" altLang="en-US" dirty="0" err="1"/>
              <a:t>方法</a:t>
            </a:r>
            <a:endParaRPr lang="zh-CN" altLang="en-US" dirty="0" err="1"/>
          </a:p>
        </p:txBody>
      </p:sp>
      <p:sp>
        <p:nvSpPr>
          <p:cNvPr id="5" name="文本框 4"/>
          <p:cNvSpPr txBox="1"/>
          <p:nvPr/>
        </p:nvSpPr>
        <p:spPr>
          <a:xfrm>
            <a:off x="1181735" y="1301115"/>
            <a:ext cx="5078730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珍妮特每天卖</a:t>
            </a:r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16 - 3 - 4 = &lt;&lt;16-3-4=9&gt;&gt;9</a:t>
            </a:r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个鸭蛋。 </a:t>
            </a:r>
            <a:endParaRPr lang="zh-CN" altLang="en-US" sz="1400">
              <a:solidFill>
                <a:srgbClr val="000000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  <a:p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她每天在农贸市场赚</a:t>
            </a:r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9 * 2 = $&lt;&lt;9*2=18&gt;&gt;18</a:t>
            </a:r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。 </a:t>
            </a:r>
            <a:endParaRPr lang="zh-CN" altLang="en-US" sz="1400">
              <a:solidFill>
                <a:srgbClr val="000000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  <a:p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#### 18</a:t>
            </a:r>
            <a:endParaRPr lang="zh-CN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520700" y="1254760"/>
            <a:ext cx="5969635" cy="1406525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8" name="直接连接符 7"/>
          <p:cNvCxnSpPr/>
          <p:nvPr/>
        </p:nvCxnSpPr>
        <p:spPr>
          <a:xfrm flipH="1">
            <a:off x="1100455" y="1254760"/>
            <a:ext cx="9525" cy="14065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1181735" y="2075815"/>
            <a:ext cx="5079365" cy="52197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zh-CN" altLang="en-US" sz="14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[总量] - [消耗数量] = [剩余数量]</a:t>
            </a:r>
            <a:endParaRPr lang="zh-CN" altLang="en-US" sz="14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 sz="14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[单价] * [数量] = [总价]</a:t>
            </a:r>
            <a:endParaRPr lang="zh-CN" altLang="en-US" sz="14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520700" y="2007870"/>
            <a:ext cx="5969635" cy="0"/>
          </a:xfrm>
          <a:prstGeom prst="line">
            <a:avLst/>
          </a:prstGeom>
          <a:ln cap="sq"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520700" y="1374775"/>
            <a:ext cx="70993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文本标注</a:t>
            </a:r>
            <a:endParaRPr lang="zh-CN" altLang="en-US" sz="1400"/>
          </a:p>
        </p:txBody>
      </p:sp>
      <p:sp>
        <p:nvSpPr>
          <p:cNvPr id="13" name="文本框 12"/>
          <p:cNvSpPr txBox="1"/>
          <p:nvPr/>
        </p:nvSpPr>
        <p:spPr>
          <a:xfrm>
            <a:off x="520700" y="2106930"/>
            <a:ext cx="70993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公式知识</a:t>
            </a:r>
            <a:endParaRPr lang="zh-CN" altLang="en-US" sz="1400"/>
          </a:p>
        </p:txBody>
      </p:sp>
      <p:sp>
        <p:nvSpPr>
          <p:cNvPr id="2" name="文本框 1"/>
          <p:cNvSpPr txBox="1"/>
          <p:nvPr/>
        </p:nvSpPr>
        <p:spPr>
          <a:xfrm>
            <a:off x="471533" y="2733604"/>
            <a:ext cx="5880888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大语言模型推理：对模型综合能力要求高，</a:t>
            </a:r>
            <a:r>
              <a:rPr lang="zh-CN" altLang="en-US" sz="1400" dirty="0">
                <a:sym typeface="+mn-ea"/>
              </a:rPr>
              <a:t>缺乏公式知识指导</a:t>
            </a:r>
            <a:endParaRPr lang="zh-CN" altLang="en-US" sz="1400" dirty="0"/>
          </a:p>
        </p:txBody>
      </p:sp>
      <p:sp>
        <p:nvSpPr>
          <p:cNvPr id="14" name="圆角矩形 13"/>
          <p:cNvSpPr/>
          <p:nvPr/>
        </p:nvSpPr>
        <p:spPr>
          <a:xfrm>
            <a:off x="520700" y="3162935"/>
            <a:ext cx="3333115" cy="1301750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1289685" y="3204210"/>
            <a:ext cx="2225040" cy="11684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珍妮特每天卖</a:t>
            </a:r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16 - 3 - 4 = &lt;&lt;16-3-4=9&gt;&gt;9</a:t>
            </a:r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个鸭蛋。 </a:t>
            </a:r>
            <a:endParaRPr lang="zh-CN" altLang="en-US" sz="1400">
              <a:solidFill>
                <a:srgbClr val="000000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  <a:p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她每天在农贸市场赚</a:t>
            </a:r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9 * 2 = $&lt;&lt;9*2=18&gt;&gt;18</a:t>
            </a:r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。 </a:t>
            </a:r>
            <a:endParaRPr lang="zh-CN" altLang="en-US" sz="1400">
              <a:solidFill>
                <a:srgbClr val="000000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  <a:p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#### 18</a:t>
            </a:r>
            <a:endParaRPr lang="zh-CN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图片 15" descr="大模型-cop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050" y="3283585"/>
            <a:ext cx="338455" cy="338455"/>
          </a:xfrm>
          <a:prstGeom prst="rect">
            <a:avLst/>
          </a:prstGeom>
        </p:spPr>
      </p:pic>
      <p:sp>
        <p:nvSpPr>
          <p:cNvPr id="17" name="圆角矩形 16"/>
          <p:cNvSpPr/>
          <p:nvPr/>
        </p:nvSpPr>
        <p:spPr>
          <a:xfrm>
            <a:off x="2449195" y="3252470"/>
            <a:ext cx="752475" cy="240665"/>
          </a:xfrm>
          <a:prstGeom prst="roundRect">
            <a:avLst/>
          </a:prstGeom>
          <a:noFill/>
          <a:ln>
            <a:solidFill>
              <a:srgbClr val="FF4343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圆角矩形 17"/>
          <p:cNvSpPr/>
          <p:nvPr/>
        </p:nvSpPr>
        <p:spPr>
          <a:xfrm>
            <a:off x="1100455" y="3206750"/>
            <a:ext cx="2603500" cy="1122045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9" name="直接连接符 18"/>
          <p:cNvCxnSpPr>
            <a:stCxn id="17" idx="3"/>
          </p:cNvCxnSpPr>
          <p:nvPr/>
        </p:nvCxnSpPr>
        <p:spPr>
          <a:xfrm>
            <a:off x="3201670" y="3373120"/>
            <a:ext cx="1433830" cy="76200"/>
          </a:xfrm>
          <a:prstGeom prst="line">
            <a:avLst/>
          </a:prstGeom>
          <a:ln>
            <a:solidFill>
              <a:srgbClr val="FF4343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/>
        </p:nvCxnSpPr>
        <p:spPr>
          <a:xfrm>
            <a:off x="3713480" y="3999865"/>
            <a:ext cx="922020" cy="107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1" name="矩形 20"/>
          <p:cNvSpPr/>
          <p:nvPr/>
        </p:nvSpPr>
        <p:spPr>
          <a:xfrm>
            <a:off x="4635500" y="3263265"/>
            <a:ext cx="1528445" cy="302260"/>
          </a:xfrm>
          <a:prstGeom prst="rect">
            <a:avLst/>
          </a:prstGeom>
          <a:noFill/>
          <a:ln>
            <a:solidFill>
              <a:srgbClr val="FF4343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rgbClr val="FF0000"/>
                </a:solidFill>
              </a:rPr>
              <a:t>代数列</a:t>
            </a:r>
            <a:r>
              <a:rPr lang="zh-CN" altLang="en-US">
                <a:solidFill>
                  <a:srgbClr val="FF0000"/>
                </a:solidFill>
              </a:rPr>
              <a:t>式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4635500" y="3911600"/>
            <a:ext cx="1527810" cy="302260"/>
          </a:xfrm>
          <a:prstGeom prst="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文本推理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4" name="圆角右箭头 23"/>
          <p:cNvSpPr/>
          <p:nvPr/>
        </p:nvSpPr>
        <p:spPr>
          <a:xfrm rot="10800000" flipH="1">
            <a:off x="736600" y="3712210"/>
            <a:ext cx="309245" cy="395605"/>
          </a:xfrm>
          <a:prstGeom prst="bentArrow">
            <a:avLst>
              <a:gd name="adj1" fmla="val 25000"/>
              <a:gd name="adj2" fmla="val 25045"/>
              <a:gd name="adj3" fmla="val 25000"/>
              <a:gd name="adj4" fmla="val 43750"/>
            </a:avLst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/>
              <a:t>相关工作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288925" y="915035"/>
            <a:ext cx="73215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dirty="0"/>
              <a:t>数据集</a:t>
            </a:r>
            <a:endParaRPr lang="zh-CN" altLang="en-US" sz="1400" dirty="0"/>
          </a:p>
        </p:txBody>
      </p:sp>
      <p:sp>
        <p:nvSpPr>
          <p:cNvPr id="12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相关工作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 err="1"/>
              <a:t>数据集</a:t>
            </a:r>
            <a:r>
              <a:rPr lang="zh-CN" altLang="en-US" dirty="0" err="1"/>
              <a:t>内容</a:t>
            </a:r>
            <a:endParaRPr lang="zh-CN" altLang="en-US" dirty="0" err="1"/>
          </a:p>
        </p:txBody>
      </p:sp>
      <p:cxnSp>
        <p:nvCxnSpPr>
          <p:cNvPr id="27" name="直接连接符 26"/>
          <p:cNvCxnSpPr/>
          <p:nvPr/>
        </p:nvCxnSpPr>
        <p:spPr>
          <a:xfrm>
            <a:off x="342265" y="1394460"/>
            <a:ext cx="59232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/>
        </p:nvCxnSpPr>
        <p:spPr>
          <a:xfrm>
            <a:off x="342265" y="3260090"/>
            <a:ext cx="59232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>
            <a:off x="342265" y="3956050"/>
            <a:ext cx="59232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 flipH="1">
            <a:off x="2863215" y="940435"/>
            <a:ext cx="635" cy="3411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 flipH="1">
            <a:off x="4551680" y="940435"/>
            <a:ext cx="635" cy="3411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 flipH="1">
            <a:off x="989330" y="940435"/>
            <a:ext cx="635" cy="3411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5" name="文本框 34"/>
          <p:cNvSpPr txBox="1"/>
          <p:nvPr/>
        </p:nvSpPr>
        <p:spPr>
          <a:xfrm>
            <a:off x="1576070" y="941070"/>
            <a:ext cx="73215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en-US" altLang="zh-CN" sz="1400" dirty="0"/>
              <a:t>DROP</a:t>
            </a:r>
            <a:endParaRPr lang="en-US" altLang="zh-CN" sz="1400" dirty="0"/>
          </a:p>
        </p:txBody>
      </p:sp>
      <p:sp>
        <p:nvSpPr>
          <p:cNvPr id="36" name="文本框 35"/>
          <p:cNvSpPr txBox="1"/>
          <p:nvPr/>
        </p:nvSpPr>
        <p:spPr>
          <a:xfrm>
            <a:off x="3124835" y="915035"/>
            <a:ext cx="95948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en-US" altLang="zh-CN" sz="1400" dirty="0"/>
              <a:t>MathQA</a:t>
            </a:r>
            <a:endParaRPr lang="zh-CN" altLang="en-US" sz="1400" dirty="0"/>
          </a:p>
        </p:txBody>
      </p:sp>
      <p:sp>
        <p:nvSpPr>
          <p:cNvPr id="37" name="文本框 36"/>
          <p:cNvSpPr txBox="1"/>
          <p:nvPr/>
        </p:nvSpPr>
        <p:spPr>
          <a:xfrm>
            <a:off x="5019675" y="915035"/>
            <a:ext cx="117411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en-US" altLang="zh-CN" sz="1400" dirty="0"/>
              <a:t>GSM8K</a:t>
            </a:r>
            <a:endParaRPr lang="zh-CN" altLang="en-US" sz="1400" dirty="0"/>
          </a:p>
        </p:txBody>
      </p:sp>
      <p:sp>
        <p:nvSpPr>
          <p:cNvPr id="38" name="文本框 37"/>
          <p:cNvSpPr txBox="1"/>
          <p:nvPr/>
        </p:nvSpPr>
        <p:spPr>
          <a:xfrm>
            <a:off x="349885" y="2123440"/>
            <a:ext cx="623570" cy="5092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问题</a:t>
            </a:r>
            <a:r>
              <a:rPr lang="zh-CN" altLang="en-US"/>
              <a:t>文本</a:t>
            </a:r>
            <a:endParaRPr lang="zh-CN" altLang="en-US"/>
          </a:p>
        </p:txBody>
      </p:sp>
      <p:sp>
        <p:nvSpPr>
          <p:cNvPr id="39" name="文本框 38"/>
          <p:cNvSpPr txBox="1"/>
          <p:nvPr/>
        </p:nvSpPr>
        <p:spPr>
          <a:xfrm>
            <a:off x="351790" y="3424555"/>
            <a:ext cx="62357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标注</a:t>
            </a:r>
            <a:endParaRPr lang="zh-CN" altLang="en-US"/>
          </a:p>
        </p:txBody>
      </p:sp>
      <p:sp>
        <p:nvSpPr>
          <p:cNvPr id="41" name="文本框 40"/>
          <p:cNvSpPr txBox="1"/>
          <p:nvPr/>
        </p:nvSpPr>
        <p:spPr>
          <a:xfrm>
            <a:off x="349885" y="4051300"/>
            <a:ext cx="62357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不足</a:t>
            </a:r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981075" y="1361440"/>
            <a:ext cx="1951990" cy="19723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在1362年……约翰因其替代人质失踪，觉得自己有义务返回英国继续囚禁……1364年，约翰二世在伦敦去世，仍保持着荣誉囚禁的身份……约翰二世重新回到囚禁中后过了多少年去世？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2863850" y="1394460"/>
            <a:ext cx="1493520" cy="1345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索菲亚读完了一本书的三分之二。她计算出自己比尚未阅读的部分多读了90页。她的书有多长？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2830830" y="3238500"/>
            <a:ext cx="2287905" cy="718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divide(n0,n1)</a:t>
            </a:r>
            <a:endParaRPr lang="en-US" altLang="zh-CN"/>
          </a:p>
          <a:p>
            <a:r>
              <a:rPr lang="en-US" altLang="zh-CN"/>
              <a:t>subtract(const_1,#0)</a:t>
            </a:r>
            <a:endParaRPr lang="en-US" altLang="zh-CN"/>
          </a:p>
          <a:p>
            <a:r>
              <a:rPr lang="en-US" altLang="zh-CN"/>
              <a:t>divide(n2,#1)</a:t>
            </a:r>
            <a:endParaRPr lang="en-US" altLang="zh-CN"/>
          </a:p>
        </p:txBody>
      </p:sp>
      <p:sp>
        <p:nvSpPr>
          <p:cNvPr id="8" name="文本框 7"/>
          <p:cNvSpPr txBox="1"/>
          <p:nvPr/>
        </p:nvSpPr>
        <p:spPr>
          <a:xfrm>
            <a:off x="4551680" y="3212465"/>
            <a:ext cx="1841500" cy="9321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珍妮特每天卖</a:t>
            </a:r>
            <a:r>
              <a:rPr lang="en-US" altLang="zh-CN">
                <a:solidFill>
                  <a:srgbClr val="000000"/>
                </a:solidFill>
                <a:latin typeface="Arial" panose="020B0604020202020204"/>
                <a:ea typeface="Arial" panose="020B0604020202020204"/>
                <a:sym typeface="+mn-ea"/>
              </a:rPr>
              <a:t>16 - 3 - 4 = &lt;&lt;16-3-4=9&gt;&gt;9</a:t>
            </a:r>
            <a:r>
              <a:rPr lang="zh-CN" altLang="en-US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个鸭蛋。</a:t>
            </a:r>
            <a:r>
              <a:rPr lang="en-US" altLang="zh-CN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……</a:t>
            </a:r>
            <a:endParaRPr lang="en-US" altLang="zh-CN" b="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4551680" y="1388745"/>
            <a:ext cx="1956435" cy="19723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珍妮特的鸭子每天产16个蛋。她每天早上吃3个做早餐，还用4个做给朋友们的松饼。她每天把剩下的鸡蛋以每个2美元的价格卖给农贸市场。那么，她每天在农贸市场赚多少钱？</a:t>
            </a:r>
            <a:endParaRPr lang="zh-CN" altLang="en-US"/>
          </a:p>
          <a:p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1005840" y="3267710"/>
            <a:ext cx="1143000" cy="4546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13" name="文本框 12"/>
          <p:cNvSpPr txBox="1"/>
          <p:nvPr/>
        </p:nvSpPr>
        <p:spPr>
          <a:xfrm>
            <a:off x="1005840" y="4051300"/>
            <a:ext cx="1106805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无过程</a:t>
            </a:r>
            <a:r>
              <a:rPr lang="zh-CN" altLang="en-US"/>
              <a:t>标注</a:t>
            </a:r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2842260" y="4051300"/>
            <a:ext cx="1106805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无语义</a:t>
            </a:r>
            <a:r>
              <a:rPr lang="zh-CN" altLang="en-US"/>
              <a:t>信息</a:t>
            </a:r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4551680" y="4051300"/>
            <a:ext cx="124333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无知识</a:t>
            </a:r>
            <a:r>
              <a:rPr lang="zh-CN" altLang="en-US"/>
              <a:t>标注</a:t>
            </a:r>
            <a:endParaRPr lang="zh-CN" altLang="en-US"/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624205" y="1228090"/>
            <a:ext cx="2807970" cy="10356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en-US" altLang="zh-CN" dirty="0"/>
              <a:t>GSM8K</a:t>
            </a:r>
            <a:endParaRPr lang="en-US" altLang="zh-CN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标注者的答案一致性</a:t>
            </a:r>
            <a:endParaRPr lang="zh-CN" alt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保持问题</a:t>
            </a:r>
            <a:r>
              <a:rPr lang="zh-CN" altLang="en-US" dirty="0"/>
              <a:t>的高多样性</a:t>
            </a:r>
            <a:endParaRPr lang="en-US" altLang="zh-CN" dirty="0"/>
          </a:p>
          <a:p>
            <a:pPr indent="45720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en-US" altLang="zh-CN" dirty="0"/>
              <a:t>  </a:t>
            </a:r>
            <a:endParaRPr lang="zh-CN" altLang="en-US" dirty="0"/>
          </a:p>
        </p:txBody>
      </p:sp>
      <p:sp>
        <p:nvSpPr>
          <p:cNvPr id="9" name="文本框 8"/>
          <p:cNvSpPr txBox="1"/>
          <p:nvPr/>
        </p:nvSpPr>
        <p:spPr>
          <a:xfrm>
            <a:off x="624205" y="2981960"/>
            <a:ext cx="3179445" cy="16586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en-US" altLang="zh-CN">
                <a:sym typeface="+mn-ea"/>
              </a:rPr>
              <a:t>MetaMathQA</a:t>
            </a:r>
            <a:endParaRPr lang="en-US" altLang="zh-CN">
              <a:sym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>
                <a:sym typeface="+mn-ea"/>
              </a:rPr>
              <a:t>生成多样解题路径</a:t>
            </a:r>
            <a:endParaRPr lang="zh-CN" altLang="en-US">
              <a:sym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>
                <a:sym typeface="+mn-ea"/>
              </a:rPr>
              <a:t>对问题进行自然语言改写</a:t>
            </a:r>
            <a:endParaRPr lang="en-US" altLang="zh-CN">
              <a:sym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en-US" altLang="zh-CN">
                <a:sym typeface="+mn-ea"/>
              </a:rPr>
              <a:t>O</a:t>
            </a:r>
            <a:r>
              <a:rPr lang="en-US" altLang="zh-CN">
                <a:sym typeface="+mn-ea"/>
              </a:rPr>
              <a:t>penMathInstruct-2</a:t>
            </a:r>
            <a:endParaRPr lang="en-US" altLang="zh-CN">
              <a:sym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ym typeface="+mn-ea"/>
              </a:rPr>
              <a:t>通过少样本提示词生成新</a:t>
            </a:r>
            <a:r>
              <a:rPr lang="zh-CN" altLang="en-US" dirty="0">
                <a:sym typeface="+mn-ea"/>
              </a:rPr>
              <a:t>问题</a:t>
            </a:r>
            <a:endParaRPr lang="zh-CN" altLang="en-US" dirty="0">
              <a:sym typeface="+mn-ea"/>
            </a:endParaRPr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相关工作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 err="1"/>
              <a:t>数据集</a:t>
            </a:r>
            <a:r>
              <a:rPr lang="zh-CN" altLang="en-US" dirty="0" err="1"/>
              <a:t>构建</a:t>
            </a:r>
            <a:endParaRPr lang="zh-CN" altLang="en-US" dirty="0" err="1"/>
          </a:p>
        </p:txBody>
      </p:sp>
      <p:cxnSp>
        <p:nvCxnSpPr>
          <p:cNvPr id="13" name="直接连接符 12"/>
          <p:cNvCxnSpPr/>
          <p:nvPr/>
        </p:nvCxnSpPr>
        <p:spPr>
          <a:xfrm>
            <a:off x="0" y="2362835"/>
            <a:ext cx="6900545" cy="0"/>
          </a:xfrm>
          <a:prstGeom prst="line">
            <a:avLst/>
          </a:prstGeom>
          <a:ln w="12700" cmpd="sng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同侧圆角矩形 6"/>
          <p:cNvSpPr/>
          <p:nvPr/>
        </p:nvSpPr>
        <p:spPr>
          <a:xfrm>
            <a:off x="556260" y="824230"/>
            <a:ext cx="2875915" cy="1395095"/>
          </a:xfrm>
          <a:prstGeom prst="round2Same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同侧圆角矩形 7"/>
          <p:cNvSpPr/>
          <p:nvPr/>
        </p:nvSpPr>
        <p:spPr>
          <a:xfrm>
            <a:off x="535940" y="2618740"/>
            <a:ext cx="2875915" cy="2021840"/>
          </a:xfrm>
          <a:prstGeom prst="round2Same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1" name="直接连接符 10"/>
          <p:cNvCxnSpPr/>
          <p:nvPr/>
        </p:nvCxnSpPr>
        <p:spPr>
          <a:xfrm>
            <a:off x="558165" y="1216025"/>
            <a:ext cx="28682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/>
        </p:nvCxnSpPr>
        <p:spPr>
          <a:xfrm>
            <a:off x="563880" y="3002280"/>
            <a:ext cx="28682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/>
        </p:nvSpPr>
        <p:spPr>
          <a:xfrm>
            <a:off x="716915" y="882650"/>
            <a:ext cx="2287905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人工</a:t>
            </a:r>
            <a:r>
              <a:rPr lang="zh-CN" altLang="en-US"/>
              <a:t>标注</a:t>
            </a:r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716915" y="2701925"/>
            <a:ext cx="2287905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大模型</a:t>
            </a:r>
            <a:r>
              <a:rPr lang="zh-CN" altLang="en-US"/>
              <a:t>生成</a:t>
            </a:r>
            <a:endParaRPr lang="zh-CN" altLang="en-US"/>
          </a:p>
        </p:txBody>
      </p:sp>
      <p:sp>
        <p:nvSpPr>
          <p:cNvPr id="16" name="右箭头 15"/>
          <p:cNvSpPr/>
          <p:nvPr/>
        </p:nvSpPr>
        <p:spPr>
          <a:xfrm>
            <a:off x="3744595" y="1448435"/>
            <a:ext cx="464820" cy="295275"/>
          </a:xfrm>
          <a:prstGeom prst="rightArrow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右箭头 16"/>
          <p:cNvSpPr/>
          <p:nvPr/>
        </p:nvSpPr>
        <p:spPr>
          <a:xfrm>
            <a:off x="3744595" y="3659505"/>
            <a:ext cx="464820" cy="30289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4465955" y="1216025"/>
            <a:ext cx="2089150" cy="718185"/>
          </a:xfrm>
          <a:prstGeom prst="rect">
            <a:avLst/>
          </a:prstGeom>
          <a:noFill/>
          <a:ln w="12700" cmpd="sng">
            <a:solidFill>
              <a:schemeClr val="tx1"/>
            </a:solidFill>
            <a:prstDash val="sysDot"/>
          </a:ln>
        </p:spPr>
        <p:txBody>
          <a:bodyPr wrap="square" rtlCol="0">
            <a:spAutoFit/>
          </a:bodyPr>
          <a:p>
            <a:r>
              <a:rPr lang="zh-CN" altLang="en-US"/>
              <a:t>需要大量人工</a:t>
            </a:r>
            <a:r>
              <a:rPr lang="zh-CN" altLang="en-US"/>
              <a:t>劳动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标注时间</a:t>
            </a:r>
            <a:r>
              <a:rPr lang="zh-CN" altLang="en-US"/>
              <a:t>及成本</a:t>
            </a:r>
            <a:r>
              <a:rPr lang="zh-CN" altLang="en-US"/>
              <a:t>高</a:t>
            </a:r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4465955" y="3395345"/>
            <a:ext cx="2088515" cy="718185"/>
          </a:xfrm>
          <a:prstGeom prst="rect">
            <a:avLst/>
          </a:prstGeom>
          <a:noFill/>
          <a:ln w="12700" cmpd="sng">
            <a:solidFill>
              <a:schemeClr val="tx1"/>
            </a:solidFill>
            <a:prstDash val="sysDot"/>
          </a:ln>
        </p:spPr>
        <p:txBody>
          <a:bodyPr wrap="square" rtlCol="0">
            <a:spAutoFit/>
          </a:bodyPr>
          <a:p>
            <a:r>
              <a:rPr lang="zh-CN" altLang="en-US"/>
              <a:t>数据质量需要进一步</a:t>
            </a:r>
            <a:r>
              <a:rPr lang="zh-CN" altLang="en-US"/>
              <a:t>检验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难以改变问题的</a:t>
            </a:r>
            <a:r>
              <a:rPr lang="zh-CN" altLang="en-US"/>
              <a:t>难度</a:t>
            </a:r>
            <a:endParaRPr lang="zh-CN" altLang="en-US"/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相关工作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 err="1"/>
              <a:t>大语言模型相关</a:t>
            </a:r>
            <a:r>
              <a:rPr lang="zh-CN" altLang="en-US" dirty="0" err="1"/>
              <a:t>方法</a:t>
            </a:r>
            <a:endParaRPr lang="zh-CN" altLang="en-US" dirty="0" err="1"/>
          </a:p>
        </p:txBody>
      </p:sp>
      <p:sp>
        <p:nvSpPr>
          <p:cNvPr id="5" name="AutoShape 5"/>
          <p:cNvSpPr/>
          <p:nvPr/>
        </p:nvSpPr>
        <p:spPr>
          <a:xfrm>
            <a:off x="892810" y="2703830"/>
            <a:ext cx="1821815" cy="463550"/>
          </a:xfrm>
          <a:prstGeom prst="roundRect">
            <a:avLst>
              <a:gd name="adj" fmla="val 86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EEEEE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7"/>
          <p:cNvSpPr/>
          <p:nvPr/>
        </p:nvSpPr>
        <p:spPr>
          <a:xfrm>
            <a:off x="892810" y="2703830"/>
            <a:ext cx="1821180" cy="46418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监督微调</a:t>
            </a:r>
            <a:endParaRPr lang="en-US" sz="1600" b="1" i="0" u="none" strike="noStrike">
              <a:solidFill>
                <a:schemeClr val="tx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8"/>
          <p:cNvSpPr/>
          <p:nvPr/>
        </p:nvSpPr>
        <p:spPr>
          <a:xfrm>
            <a:off x="891540" y="1214120"/>
            <a:ext cx="1821815" cy="447675"/>
          </a:xfrm>
          <a:prstGeom prst="roundRect">
            <a:avLst>
              <a:gd name="adj" fmla="val 86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EEEEE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10"/>
          <p:cNvSpPr/>
          <p:nvPr/>
        </p:nvSpPr>
        <p:spPr>
          <a:xfrm>
            <a:off x="891540" y="1223645"/>
            <a:ext cx="1821815" cy="44704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零样本学习</a:t>
            </a:r>
            <a:endParaRPr lang="en-US" sz="1600" b="1" i="0" u="none" strike="noStrike">
              <a:solidFill>
                <a:schemeClr val="tx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4" name="AutoShape 11"/>
          <p:cNvSpPr/>
          <p:nvPr/>
        </p:nvSpPr>
        <p:spPr>
          <a:xfrm>
            <a:off x="891540" y="1973580"/>
            <a:ext cx="1821815" cy="418465"/>
          </a:xfrm>
          <a:prstGeom prst="roundRect">
            <a:avLst>
              <a:gd name="adj" fmla="val 86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EEEEE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13"/>
          <p:cNvSpPr/>
          <p:nvPr/>
        </p:nvSpPr>
        <p:spPr>
          <a:xfrm>
            <a:off x="891540" y="1973580"/>
            <a:ext cx="1822450" cy="41846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检索增强生成</a:t>
            </a:r>
            <a:endParaRPr lang="en-US" sz="1600" b="1" i="0" u="none" strike="noStrike">
              <a:solidFill>
                <a:schemeClr val="tx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7" name="AutoShape 11"/>
          <p:cNvSpPr/>
          <p:nvPr/>
        </p:nvSpPr>
        <p:spPr>
          <a:xfrm>
            <a:off x="889635" y="3444875"/>
            <a:ext cx="1821815" cy="418465"/>
          </a:xfrm>
          <a:prstGeom prst="roundRect">
            <a:avLst>
              <a:gd name="adj" fmla="val 86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EEEEE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13"/>
          <p:cNvSpPr/>
          <p:nvPr/>
        </p:nvSpPr>
        <p:spPr>
          <a:xfrm>
            <a:off x="889635" y="3444875"/>
            <a:ext cx="1822450" cy="41846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zh-CN" altLang="en-US" sz="16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强化</a:t>
            </a:r>
            <a:r>
              <a:rPr lang="zh-CN" altLang="en-US" sz="16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学习</a:t>
            </a:r>
            <a:endParaRPr lang="zh-CN" altLang="en-US" sz="1600" b="1" i="0" u="none" strike="noStrike">
              <a:solidFill>
                <a:schemeClr val="tx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993515" y="1661795"/>
            <a:ext cx="2287905" cy="1675130"/>
          </a:xfrm>
          <a:prstGeom prst="rect">
            <a:avLst/>
          </a:prstGeom>
          <a:noFill/>
          <a:ln w="12700" cmpd="sng">
            <a:solidFill>
              <a:schemeClr val="tx1"/>
            </a:solidFill>
            <a:prstDash val="sysDot"/>
          </a:ln>
        </p:spPr>
        <p:txBody>
          <a:bodyPr wrap="square" rtlCol="0">
            <a:noAutofit/>
          </a:bodyPr>
          <a:p>
            <a:pPr indent="0">
              <a:buFont typeface="Arial" panose="020B0604020202020204" pitchFamily="34" charset="0"/>
              <a:buNone/>
            </a:pPr>
            <a:r>
              <a:rPr lang="zh-CN" altLang="en-US"/>
              <a:t>缺乏显式的公式知识</a:t>
            </a:r>
            <a:endParaRPr lang="zh-CN" altLang="en-US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en-US"/>
          </a:p>
          <a:p>
            <a:pPr indent="0">
              <a:buFont typeface="Arial" panose="020B0604020202020204" pitchFamily="34" charset="0"/>
              <a:buNone/>
            </a:pPr>
            <a:r>
              <a:rPr lang="zh-CN" altLang="en-US"/>
              <a:t>推理过程由单一模型完成所有子任务，对模型</a:t>
            </a:r>
            <a:r>
              <a:rPr lang="zh-CN" altLang="en-US"/>
              <a:t>的要求</a:t>
            </a:r>
            <a:r>
              <a:rPr lang="zh-CN" altLang="en-US"/>
              <a:t>高</a:t>
            </a:r>
            <a:endParaRPr lang="zh-CN" altLang="en-US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en-US"/>
          </a:p>
          <a:p>
            <a:pPr indent="0">
              <a:buFont typeface="Arial" panose="020B0604020202020204" pitchFamily="34" charset="0"/>
              <a:buNone/>
            </a:pPr>
            <a:r>
              <a:rPr lang="zh-CN" altLang="en-US"/>
              <a:t>缺乏对于数值计算准确性的保障</a:t>
            </a:r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>
            <a:off x="3281045" y="2199005"/>
            <a:ext cx="495935" cy="3079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>
                <a:sym typeface="+mn-ea"/>
              </a:rPr>
              <a:t>基于公式的数值推理数据集构建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</a:t>
            </a:r>
            <a:r>
              <a:rPr lang="zh-CN" altLang="en-US" dirty="0">
                <a:sym typeface="+mn-ea"/>
              </a:rPr>
              <a:t>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构建</a:t>
            </a:r>
            <a:r>
              <a:rPr lang="zh-CN" altLang="en-US" dirty="0">
                <a:sym typeface="+mn-ea"/>
              </a:rPr>
              <a:t>流程</a:t>
            </a:r>
            <a:endParaRPr lang="zh-CN" altLang="en-US" dirty="0"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823970" y="849630"/>
            <a:ext cx="2528570" cy="3322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数据收集与预处理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公式标注</a:t>
            </a:r>
            <a:br>
              <a:rPr lang="zh-CN" altLang="en-US" sz="1400" dirty="0"/>
            </a:br>
            <a:r>
              <a:rPr lang="zh-CN" altLang="en-US" sz="1400" dirty="0"/>
              <a:t>使用大语言模型进行知识标注，并进行质量</a:t>
            </a:r>
            <a:r>
              <a:rPr lang="zh-CN" altLang="en-US" sz="1400" dirty="0"/>
              <a:t>验证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问题变换</a:t>
            </a:r>
            <a:br>
              <a:rPr lang="zh-CN" altLang="en-US" sz="1400" dirty="0"/>
            </a:br>
            <a:r>
              <a:rPr lang="zh-CN" altLang="en-US" sz="1400" dirty="0"/>
              <a:t>进行参数掩盖与改写，提高问题</a:t>
            </a:r>
            <a:r>
              <a:rPr lang="zh-CN" altLang="en-US" sz="1400" dirty="0"/>
              <a:t>多样性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难度增强</a:t>
            </a:r>
            <a:br>
              <a:rPr lang="zh-CN" altLang="en-US" sz="1400" dirty="0"/>
            </a:br>
            <a:r>
              <a:rPr lang="zh-CN" altLang="en-US" sz="1400" dirty="0"/>
              <a:t>结合方程组提升原问题难度，增强数据</a:t>
            </a:r>
            <a:r>
              <a:rPr lang="zh-CN" altLang="en-US" sz="1400" dirty="0"/>
              <a:t>挑战性</a:t>
            </a:r>
            <a:endParaRPr lang="zh-CN" altLang="en-US" sz="1400" dirty="0"/>
          </a:p>
        </p:txBody>
      </p:sp>
      <p:pic>
        <p:nvPicPr>
          <p:cNvPr id="8" name="E657119C-6982-421D-8BA7-E74DEB70A7D9-1" descr="C:/Users/Administrator/AppData/Local/Temp/wpp.NFrqHAwpp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4180" y="931545"/>
            <a:ext cx="3848100" cy="367665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公式</a:t>
            </a:r>
            <a:r>
              <a:rPr lang="zh-CN" altLang="en-US" dirty="0">
                <a:sym typeface="+mn-ea"/>
              </a:rPr>
              <a:t>标注</a:t>
            </a:r>
            <a:endParaRPr lang="zh-CN" altLang="en-US" dirty="0">
              <a:sym typeface="+mn-ea"/>
            </a:endParaRPr>
          </a:p>
        </p:txBody>
      </p:sp>
      <p:sp>
        <p:nvSpPr>
          <p:cNvPr id="20" name="圆角矩形 19"/>
          <p:cNvSpPr/>
          <p:nvPr/>
        </p:nvSpPr>
        <p:spPr>
          <a:xfrm>
            <a:off x="569595" y="1611630"/>
            <a:ext cx="4522470" cy="64516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indent="0" algn="l" fontAlgn="auto">
              <a:lnSpc>
                <a:spcPct val="100000"/>
              </a:lnSpc>
            </a:pPr>
            <a:r>
              <a:rPr lang="zh-CN" altLang="en-US" sz="1200">
                <a:solidFill>
                  <a:schemeClr val="tx1"/>
                </a:solidFill>
              </a:rPr>
              <a:t>有一台电热水器，在其水箱中加入了</a:t>
            </a:r>
            <a:r>
              <a:rPr lang="en-US" altLang="zh-CN" sz="1200">
                <a:solidFill>
                  <a:schemeClr val="tx1"/>
                </a:solidFill>
              </a:rPr>
              <a:t>50kg</a:t>
            </a:r>
            <a:r>
              <a:rPr lang="zh-CN" altLang="en-US" sz="1200">
                <a:solidFill>
                  <a:schemeClr val="tx1"/>
                </a:solidFill>
              </a:rPr>
              <a:t>的水，水被电加热从</a:t>
            </a:r>
            <a:r>
              <a:rPr lang="en-US" altLang="zh-CN" sz="1200">
                <a:solidFill>
                  <a:schemeClr val="tx1"/>
                </a:solidFill>
              </a:rPr>
              <a:t>20</a:t>
            </a:r>
            <a:r>
              <a:rPr lang="en-US" altLang="en-US" sz="1200">
                <a:solidFill>
                  <a:schemeClr val="tx1"/>
                </a:solidFill>
              </a:rPr>
              <a:t>℃</a:t>
            </a:r>
            <a:r>
              <a:rPr lang="zh-CN" altLang="en-US" sz="1200">
                <a:solidFill>
                  <a:schemeClr val="tx1"/>
                </a:solidFill>
              </a:rPr>
              <a:t>加热到</a:t>
            </a:r>
            <a:r>
              <a:rPr lang="en-US" altLang="zh-CN" sz="1200">
                <a:solidFill>
                  <a:schemeClr val="tx1"/>
                </a:solidFill>
              </a:rPr>
              <a:t>60℃</a:t>
            </a:r>
            <a:r>
              <a:rPr lang="zh-CN" altLang="en-US" sz="1200">
                <a:solidFill>
                  <a:schemeClr val="tx1"/>
                </a:solidFill>
              </a:rPr>
              <a:t>。已知水的比热容为</a:t>
            </a:r>
            <a:r>
              <a:rPr lang="en-US" altLang="zh-CN" sz="1200">
                <a:solidFill>
                  <a:schemeClr val="tx1"/>
                </a:solidFill>
              </a:rPr>
              <a:t> C_</a:t>
            </a:r>
            <a:r>
              <a:rPr lang="zh-CN" altLang="en-US" sz="1200">
                <a:solidFill>
                  <a:schemeClr val="tx1"/>
                </a:solidFill>
              </a:rPr>
              <a:t>水</a:t>
            </a:r>
            <a:r>
              <a:rPr lang="en-US" altLang="zh-CN" sz="1200">
                <a:solidFill>
                  <a:schemeClr val="tx1"/>
                </a:solidFill>
              </a:rPr>
              <a:t> = 4.2</a:t>
            </a:r>
            <a:r>
              <a:rPr lang="en-US" altLang="en-US" sz="1200">
                <a:solidFill>
                  <a:schemeClr val="tx1"/>
                </a:solidFill>
              </a:rPr>
              <a:t>×</a:t>
            </a:r>
            <a:r>
              <a:rPr lang="en-US" altLang="zh-CN" sz="1200">
                <a:solidFill>
                  <a:schemeClr val="tx1"/>
                </a:solidFill>
              </a:rPr>
              <a:t>10^3 J/(kg·</a:t>
            </a:r>
            <a:r>
              <a:rPr lang="en-US" altLang="en-US" sz="1200">
                <a:solidFill>
                  <a:schemeClr val="tx1"/>
                </a:solidFill>
              </a:rPr>
              <a:t>℃</a:t>
            </a:r>
            <a:r>
              <a:rPr lang="en-US" altLang="zh-CN" sz="1200">
                <a:solidFill>
                  <a:schemeClr val="tx1"/>
                </a:solidFill>
              </a:rPr>
              <a:t>)</a:t>
            </a:r>
            <a:r>
              <a:rPr lang="zh-CN" altLang="en-US" sz="1200">
                <a:solidFill>
                  <a:schemeClr val="tx1"/>
                </a:solidFill>
              </a:rPr>
              <a:t>。</a:t>
            </a:r>
            <a:r>
              <a:rPr lang="en-US" altLang="zh-CN" sz="1200">
                <a:solidFill>
                  <a:schemeClr val="tx1"/>
                </a:solidFill>
              </a:rPr>
              <a:t>……</a:t>
            </a:r>
            <a:endParaRPr lang="en-US" altLang="zh-CN" sz="1200">
              <a:solidFill>
                <a:schemeClr val="tx1"/>
              </a:solidFill>
            </a:endParaRPr>
          </a:p>
        </p:txBody>
      </p:sp>
      <p:sp>
        <p:nvSpPr>
          <p:cNvPr id="21" name="圆角矩形 20"/>
          <p:cNvSpPr/>
          <p:nvPr/>
        </p:nvSpPr>
        <p:spPr>
          <a:xfrm>
            <a:off x="570230" y="2461895"/>
            <a:ext cx="4521200" cy="76073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indent="0" algn="l" fontAlgn="auto">
              <a:lnSpc>
                <a:spcPct val="100000"/>
              </a:lnSpc>
            </a:pPr>
            <a:r>
              <a:rPr lang="zh-CN" altLang="en-US" sz="1200">
                <a:solidFill>
                  <a:schemeClr val="tx1"/>
                </a:solidFill>
              </a:rPr>
              <a:t>水温升高的度数由以下公式给出：</a:t>
            </a:r>
            <a:r>
              <a:rPr lang="en-US" altLang="zh-CN" sz="1200">
                <a:solidFill>
                  <a:schemeClr val="tx1"/>
                </a:solidFill>
              </a:rPr>
              <a:t>[</a:t>
            </a:r>
            <a:r>
              <a:rPr lang="zh-CN" altLang="en-US" sz="1200">
                <a:solidFill>
                  <a:schemeClr val="tx1"/>
                </a:solidFill>
              </a:rPr>
              <a:t>水升高的温度</a:t>
            </a:r>
            <a:r>
              <a:rPr lang="en-US" altLang="zh-CN" sz="1200">
                <a:solidFill>
                  <a:schemeClr val="tx1"/>
                </a:solidFill>
              </a:rPr>
              <a:t>] = [</a:t>
            </a:r>
            <a:r>
              <a:rPr lang="zh-CN" altLang="en-US" sz="1200">
                <a:solidFill>
                  <a:schemeClr val="tx1"/>
                </a:solidFill>
              </a:rPr>
              <a:t>水吸收的热量</a:t>
            </a:r>
            <a:r>
              <a:rPr lang="en-US" altLang="zh-CN" sz="1200">
                <a:solidFill>
                  <a:schemeClr val="tx1"/>
                </a:solidFill>
              </a:rPr>
              <a:t>] / ( [</a:t>
            </a:r>
            <a:r>
              <a:rPr lang="zh-CN" altLang="en-US" sz="1200">
                <a:solidFill>
                  <a:schemeClr val="tx1"/>
                </a:solidFill>
              </a:rPr>
              <a:t>水的质量</a:t>
            </a:r>
            <a:r>
              <a:rPr lang="en-US" altLang="zh-CN" sz="1200">
                <a:solidFill>
                  <a:schemeClr val="tx1"/>
                </a:solidFill>
              </a:rPr>
              <a:t>] </a:t>
            </a:r>
            <a:r>
              <a:rPr lang="en-US" altLang="en-US" sz="1200">
                <a:solidFill>
                  <a:schemeClr val="tx1"/>
                </a:solidFill>
              </a:rPr>
              <a:t>×</a:t>
            </a:r>
            <a:r>
              <a:rPr lang="en-US" altLang="zh-CN" sz="1200">
                <a:solidFill>
                  <a:schemeClr val="tx1"/>
                </a:solidFill>
              </a:rPr>
              <a:t> [</a:t>
            </a:r>
            <a:r>
              <a:rPr lang="zh-CN" altLang="en-US" sz="1200">
                <a:solidFill>
                  <a:schemeClr val="tx1"/>
                </a:solidFill>
              </a:rPr>
              <a:t>水的比热容</a:t>
            </a:r>
            <a:r>
              <a:rPr lang="en-US" altLang="zh-CN" sz="1200">
                <a:solidFill>
                  <a:schemeClr val="tx1"/>
                </a:solidFill>
              </a:rPr>
              <a:t>] ) = 8400000 J / ( 50 kg </a:t>
            </a:r>
            <a:r>
              <a:rPr lang="en-US" altLang="en-US" sz="1200">
                <a:solidFill>
                  <a:schemeClr val="tx1"/>
                </a:solidFill>
              </a:rPr>
              <a:t>×</a:t>
            </a:r>
            <a:r>
              <a:rPr lang="en-US" altLang="zh-CN" sz="1200">
                <a:solidFill>
                  <a:schemeClr val="tx1"/>
                </a:solidFill>
              </a:rPr>
              <a:t> 4.2 </a:t>
            </a:r>
            <a:r>
              <a:rPr lang="en-US" altLang="en-US" sz="1200">
                <a:solidFill>
                  <a:schemeClr val="tx1"/>
                </a:solidFill>
              </a:rPr>
              <a:t>×</a:t>
            </a:r>
            <a:r>
              <a:rPr lang="en-US" altLang="zh-CN" sz="1200">
                <a:solidFill>
                  <a:schemeClr val="tx1"/>
                </a:solidFill>
              </a:rPr>
              <a:t> 10</a:t>
            </a:r>
            <a:r>
              <a:rPr lang="en-US" altLang="en-US" sz="1200">
                <a:solidFill>
                  <a:schemeClr val="tx1"/>
                </a:solidFill>
              </a:rPr>
              <a:t>³</a:t>
            </a:r>
            <a:r>
              <a:rPr lang="en-US" altLang="zh-CN" sz="1200">
                <a:solidFill>
                  <a:schemeClr val="tx1"/>
                </a:solidFill>
              </a:rPr>
              <a:t> J/(kg·</a:t>
            </a:r>
            <a:r>
              <a:rPr lang="en-US" altLang="en-US" sz="1200">
                <a:solidFill>
                  <a:schemeClr val="tx1"/>
                </a:solidFill>
              </a:rPr>
              <a:t>℃</a:t>
            </a:r>
            <a:r>
              <a:rPr lang="en-US" altLang="zh-CN" sz="1200">
                <a:solidFill>
                  <a:schemeClr val="tx1"/>
                </a:solidFill>
              </a:rPr>
              <a:t>) ) = 40 </a:t>
            </a:r>
            <a:r>
              <a:rPr lang="en-US" altLang="en-US" sz="1200">
                <a:solidFill>
                  <a:schemeClr val="tx1"/>
                </a:solidFill>
              </a:rPr>
              <a:t>℃</a:t>
            </a:r>
            <a:r>
              <a:rPr lang="zh-CN" altLang="en-US" sz="1200">
                <a:solidFill>
                  <a:schemeClr val="tx1"/>
                </a:solidFill>
              </a:rPr>
              <a:t>。水温升高度</a:t>
            </a:r>
            <a:r>
              <a:rPr lang="en-US" altLang="zh-CN" sz="1200">
                <a:solidFill>
                  <a:schemeClr val="tx1"/>
                </a:solidFill>
              </a:rPr>
              <a:t> = 40 </a:t>
            </a:r>
            <a:r>
              <a:rPr lang="en-US" altLang="en-US" sz="1200">
                <a:solidFill>
                  <a:schemeClr val="tx1"/>
                </a:solidFill>
              </a:rPr>
              <a:t>℃</a:t>
            </a:r>
            <a:r>
              <a:rPr lang="zh-CN" altLang="en-US" sz="1200">
                <a:solidFill>
                  <a:schemeClr val="tx1"/>
                </a:solidFill>
              </a:rPr>
              <a:t>。</a:t>
            </a:r>
            <a:r>
              <a:rPr lang="en-US" altLang="zh-CN" sz="1200">
                <a:solidFill>
                  <a:schemeClr val="tx1"/>
                </a:solidFill>
              </a:rPr>
              <a:t> </a:t>
            </a:r>
            <a:r>
              <a:rPr lang="en-US" altLang="zh-CN" sz="1200">
                <a:solidFill>
                  <a:schemeClr val="tx1"/>
                </a:solidFill>
              </a:rPr>
              <a:t>……</a:t>
            </a:r>
            <a:endParaRPr lang="en-US" altLang="zh-CN" sz="1200">
              <a:solidFill>
                <a:schemeClr val="tx1"/>
              </a:solidFill>
            </a:endParaRPr>
          </a:p>
        </p:txBody>
      </p:sp>
      <p:graphicFrame>
        <p:nvGraphicFramePr>
          <p:cNvPr id="24" name="表格 23"/>
          <p:cNvGraphicFramePr/>
          <p:nvPr>
            <p:custDataLst>
              <p:tags r:id="rId1"/>
            </p:custDataLst>
          </p:nvPr>
        </p:nvGraphicFramePr>
        <p:xfrm>
          <a:off x="569595" y="3427730"/>
          <a:ext cx="4521200" cy="1657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0300"/>
                <a:gridCol w="1130300"/>
                <a:gridCol w="1130300"/>
                <a:gridCol w="1130300"/>
              </a:tblGrid>
              <a:tr h="24638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参数名称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符号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数值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单位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3591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水升高的</a:t>
                      </a: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温度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Δ</a:t>
                      </a: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t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℃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638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最终</a:t>
                      </a: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温度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zh-CN" altLang="en-US" b="0" baseline="-25000">
                          <a:solidFill>
                            <a:schemeClr val="tx1"/>
                          </a:solidFill>
                        </a:rPr>
                        <a:t>终</a:t>
                      </a:r>
                      <a:endParaRPr lang="zh-CN" altLang="en-US" b="0" baseline="-250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℃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63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015">
                          <a:solidFill>
                            <a:schemeClr val="tx1"/>
                          </a:solidFill>
                          <a:sym typeface="+mn-ea"/>
                        </a:rPr>
                        <a:t>……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020">
                          <a:solidFill>
                            <a:schemeClr val="tx1"/>
                          </a:solidFill>
                          <a:sym typeface="+mn-ea"/>
                        </a:rPr>
                        <a:t>……</a:t>
                      </a:r>
                      <a:endParaRPr lang="en-US" altLang="zh-CN" sz="1020" b="0">
                        <a:solidFill>
                          <a:schemeClr val="tx1"/>
                        </a:solidFill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020">
                          <a:solidFill>
                            <a:schemeClr val="tx1"/>
                          </a:solidFill>
                          <a:sym typeface="+mn-ea"/>
                        </a:rPr>
                        <a:t>……</a:t>
                      </a:r>
                      <a:endParaRPr lang="en-US" altLang="zh-CN" sz="1020" b="0">
                        <a:solidFill>
                          <a:schemeClr val="tx1"/>
                        </a:solidFill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020">
                          <a:solidFill>
                            <a:schemeClr val="tx1"/>
                          </a:solidFill>
                          <a:sym typeface="+mn-ea"/>
                        </a:rPr>
                        <a:t>……</a:t>
                      </a:r>
                      <a:endParaRPr lang="en-US" altLang="zh-CN" sz="1020" b="0">
                        <a:solidFill>
                          <a:schemeClr val="tx1"/>
                        </a:solidFill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cxnSp>
        <p:nvCxnSpPr>
          <p:cNvPr id="25" name="肘形连接符 24"/>
          <p:cNvCxnSpPr/>
          <p:nvPr/>
        </p:nvCxnSpPr>
        <p:spPr>
          <a:xfrm flipH="1">
            <a:off x="5100955" y="1874520"/>
            <a:ext cx="3175" cy="908050"/>
          </a:xfrm>
          <a:prstGeom prst="bentConnector3">
            <a:avLst>
              <a:gd name="adj1" fmla="val -2350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肘形连接符 27"/>
          <p:cNvCxnSpPr/>
          <p:nvPr/>
        </p:nvCxnSpPr>
        <p:spPr>
          <a:xfrm flipH="1">
            <a:off x="5104130" y="3036570"/>
            <a:ext cx="3175" cy="908050"/>
          </a:xfrm>
          <a:prstGeom prst="bentConnector3">
            <a:avLst>
              <a:gd name="adj1" fmla="val -2350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471805" y="952500"/>
            <a:ext cx="617918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使用大语言模型进行两步标注，使用外部计算器验证过程与结果是否</a:t>
            </a:r>
            <a:r>
              <a:rPr lang="zh-CN" altLang="en-US" sz="1400" dirty="0"/>
              <a:t>正确</a:t>
            </a:r>
            <a:endParaRPr lang="zh-CN" altLang="en-US" sz="1400" dirty="0"/>
          </a:p>
        </p:txBody>
      </p:sp>
      <p:sp>
        <p:nvSpPr>
          <p:cNvPr id="31" name="文本框 30"/>
          <p:cNvSpPr txBox="1"/>
          <p:nvPr/>
        </p:nvSpPr>
        <p:spPr>
          <a:xfrm>
            <a:off x="5403850" y="2073910"/>
            <a:ext cx="998220" cy="5092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标准化</a:t>
            </a:r>
            <a:endParaRPr lang="zh-CN" altLang="en-US"/>
          </a:p>
          <a:p>
            <a:r>
              <a:rPr lang="zh-CN" altLang="en-US"/>
              <a:t>解题</a:t>
            </a:r>
            <a:r>
              <a:rPr lang="zh-CN" altLang="en-US"/>
              <a:t>步骤</a:t>
            </a:r>
            <a:endParaRPr lang="zh-CN" altLang="en-US"/>
          </a:p>
        </p:txBody>
      </p:sp>
      <p:sp>
        <p:nvSpPr>
          <p:cNvPr id="32" name="文本框 31"/>
          <p:cNvSpPr txBox="1"/>
          <p:nvPr/>
        </p:nvSpPr>
        <p:spPr>
          <a:xfrm>
            <a:off x="5412105" y="3290570"/>
            <a:ext cx="1120140" cy="5092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参数及</a:t>
            </a:r>
            <a:r>
              <a:rPr lang="zh-CN" altLang="en-US"/>
              <a:t>公式信息</a:t>
            </a:r>
            <a:r>
              <a:rPr lang="zh-CN" altLang="en-US"/>
              <a:t>抽取</a:t>
            </a:r>
            <a:endParaRPr lang="zh-CN" altLang="en-US"/>
          </a:p>
        </p:txBody>
      </p:sp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问题变</a:t>
            </a:r>
            <a:r>
              <a:rPr lang="zh-CN" altLang="en-US" dirty="0">
                <a:sym typeface="+mn-ea"/>
              </a:rPr>
              <a:t>换</a:t>
            </a:r>
            <a:endParaRPr lang="zh-CN" altLang="en-US" dirty="0">
              <a:sym typeface="+mn-ea"/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471805" y="1669415"/>
            <a:ext cx="5709285" cy="771525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>
                <a:solidFill>
                  <a:schemeClr val="tx1"/>
                </a:solidFill>
              </a:rPr>
              <a:t>有一台电热水器，在其水箱中加入了50</a:t>
            </a:r>
            <a:r>
              <a:rPr lang="en-US" altLang="zh-CN">
                <a:solidFill>
                  <a:schemeClr val="tx1"/>
                </a:solidFill>
              </a:rPr>
              <a:t>kg</a:t>
            </a:r>
            <a:r>
              <a:rPr lang="zh-CN" altLang="en-US">
                <a:solidFill>
                  <a:schemeClr val="tx1"/>
                </a:solidFill>
              </a:rPr>
              <a:t>的水，水被电加热从20℃加热到</a:t>
            </a:r>
            <a:r>
              <a:rPr lang="en-US">
                <a:solidFill>
                  <a:schemeClr val="tx1"/>
                </a:solidFill>
                <a:highlight>
                  <a:srgbClr val="FFFF00"/>
                </a:highlight>
              </a:rPr>
              <a:t>60℃</a:t>
            </a:r>
            <a:r>
              <a:rPr lang="en-US" altLang="zh-CN">
                <a:solidFill>
                  <a:schemeClr val="tx1"/>
                </a:solidFill>
              </a:rPr>
              <a:t>。</a:t>
            </a:r>
            <a:r>
              <a:rPr lang="zh-CN" altLang="en-US">
                <a:solidFill>
                  <a:schemeClr val="tx1"/>
                </a:solidFill>
              </a:rPr>
              <a:t>已知水的比热容为 </a:t>
            </a:r>
            <a:r>
              <a:rPr lang="en-US" altLang="zh-CN">
                <a:solidFill>
                  <a:schemeClr val="tx1"/>
                </a:solidFill>
              </a:rPr>
              <a:t>C_</a:t>
            </a:r>
            <a:r>
              <a:rPr lang="zh-CN" altLang="en-US">
                <a:solidFill>
                  <a:schemeClr val="tx1"/>
                </a:solidFill>
              </a:rPr>
              <a:t>水</a:t>
            </a:r>
            <a:r>
              <a:rPr lang="en-US" altLang="zh-CN">
                <a:solidFill>
                  <a:schemeClr val="tx1"/>
                </a:solidFill>
              </a:rPr>
              <a:t> = 4.2×10^3 J/(kg·℃)。</a:t>
            </a:r>
            <a:r>
              <a:rPr lang="zh-CN" altLang="en-US">
                <a:solidFill>
                  <a:schemeClr val="tx1"/>
                </a:solidFill>
              </a:rPr>
              <a:t>如果加热过程中消耗的总电能为 1×10^7 </a:t>
            </a:r>
            <a:r>
              <a:rPr lang="en-US" altLang="zh-CN">
                <a:solidFill>
                  <a:schemeClr val="tx1"/>
                </a:solidFill>
              </a:rPr>
              <a:t>J，</a:t>
            </a:r>
            <a:r>
              <a:rPr lang="zh-CN" altLang="en-US">
                <a:solidFill>
                  <a:schemeClr val="tx1"/>
                </a:solidFill>
              </a:rPr>
              <a:t>那么水加热器的热效率是多少？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471805" y="2846705"/>
            <a:ext cx="5709285" cy="1162685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>
                <a:solidFill>
                  <a:schemeClr val="tx1"/>
                </a:solidFill>
              </a:rPr>
              <a:t>有一台电热水器，在其水箱中加入了50</a:t>
            </a:r>
            <a:r>
              <a:rPr lang="en-US" altLang="zh-CN">
                <a:solidFill>
                  <a:schemeClr val="tx1"/>
                </a:solidFill>
              </a:rPr>
              <a:t>kg</a:t>
            </a:r>
            <a:r>
              <a:rPr lang="zh-CN" altLang="en-US">
                <a:solidFill>
                  <a:schemeClr val="tx1"/>
                </a:solidFill>
              </a:rPr>
              <a:t>的水，水被电加热从20℃加热到</a:t>
            </a:r>
            <a:r>
              <a:rPr lang="zh-CN" altLang="en-US">
                <a:solidFill>
                  <a:schemeClr val="tx1"/>
                </a:solidFill>
                <a:highlight>
                  <a:srgbClr val="FFFF00"/>
                </a:highlight>
              </a:rPr>
              <a:t>[</a:t>
            </a:r>
            <a:r>
              <a:rPr lang="en-US" altLang="zh-CN">
                <a:solidFill>
                  <a:schemeClr val="tx1"/>
                </a:solidFill>
                <a:highlight>
                  <a:srgbClr val="FFFF00"/>
                </a:highlight>
              </a:rPr>
              <a:t>X]</a:t>
            </a:r>
            <a:r>
              <a:rPr lang="en-US" altLang="zh-CN">
                <a:solidFill>
                  <a:schemeClr val="tx1"/>
                </a:solidFill>
              </a:rPr>
              <a:t>。</a:t>
            </a:r>
            <a:r>
              <a:rPr lang="zh-CN" altLang="en-US">
                <a:solidFill>
                  <a:schemeClr val="tx1"/>
                </a:solidFill>
              </a:rPr>
              <a:t>已知水的比热容为 </a:t>
            </a:r>
            <a:r>
              <a:rPr lang="en-US" altLang="zh-CN">
                <a:solidFill>
                  <a:schemeClr val="tx1"/>
                </a:solidFill>
              </a:rPr>
              <a:t>C_</a:t>
            </a:r>
            <a:r>
              <a:rPr lang="zh-CN" altLang="en-US">
                <a:solidFill>
                  <a:schemeClr val="tx1"/>
                </a:solidFill>
              </a:rPr>
              <a:t>水</a:t>
            </a:r>
            <a:r>
              <a:rPr lang="en-US" altLang="zh-CN">
                <a:solidFill>
                  <a:schemeClr val="tx1"/>
                </a:solidFill>
              </a:rPr>
              <a:t> = 4.2×10^3 J/(kg·℃)。</a:t>
            </a:r>
            <a:r>
              <a:rPr lang="zh-CN" altLang="en-US">
                <a:solidFill>
                  <a:schemeClr val="tx1"/>
                </a:solidFill>
              </a:rPr>
              <a:t>如果加热过程中消耗的总电能为 1×10^7 </a:t>
            </a:r>
            <a:r>
              <a:rPr lang="en-US" altLang="zh-CN">
                <a:solidFill>
                  <a:schemeClr val="tx1"/>
                </a:solidFill>
              </a:rPr>
              <a:t>J，</a:t>
            </a:r>
            <a:r>
              <a:rPr lang="zh-CN" altLang="en-US">
                <a:solidFill>
                  <a:schemeClr val="tx1"/>
                </a:solidFill>
              </a:rPr>
              <a:t>那么水加热器的热效率是多少？</a:t>
            </a:r>
            <a:endParaRPr lang="zh-CN" altLang="en-US">
              <a:solidFill>
                <a:schemeClr val="tx1"/>
              </a:solidFill>
            </a:endParaRPr>
          </a:p>
          <a:p>
            <a:pPr algn="l"/>
            <a:r>
              <a:rPr lang="zh-CN" altLang="en-US">
                <a:solidFill>
                  <a:schemeClr val="tx1"/>
                </a:solidFill>
                <a:highlight>
                  <a:srgbClr val="FFFF00"/>
                </a:highlight>
              </a:rPr>
              <a:t>如果我们已经知道上面问题的答案是 84%，那么问题中 [</a:t>
            </a:r>
            <a:r>
              <a:rPr lang="en-US" altLang="zh-CN">
                <a:solidFill>
                  <a:schemeClr val="tx1"/>
                </a:solidFill>
                <a:highlight>
                  <a:srgbClr val="FFFF00"/>
                </a:highlight>
              </a:rPr>
              <a:t>X] </a:t>
            </a:r>
            <a:r>
              <a:rPr lang="zh-CN" altLang="en-US">
                <a:solidFill>
                  <a:schemeClr val="tx1"/>
                </a:solidFill>
                <a:highlight>
                  <a:srgbClr val="FFFF00"/>
                </a:highlight>
              </a:rPr>
              <a:t>对应的内容应该是多少？</a:t>
            </a:r>
            <a:endParaRPr lang="zh-CN" altLang="en-US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71533" y="952429"/>
            <a:ext cx="5880888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选择随机参数进行掩盖，提供原问题答案。进行逆向</a:t>
            </a:r>
            <a:r>
              <a:rPr lang="zh-CN" altLang="en-US" sz="1400" dirty="0"/>
              <a:t>解题</a:t>
            </a:r>
            <a:endParaRPr lang="zh-CN" altLang="en-US" sz="1400" dirty="0"/>
          </a:p>
        </p:txBody>
      </p:sp>
      <p:sp>
        <p:nvSpPr>
          <p:cNvPr id="8" name="下箭头 7"/>
          <p:cNvSpPr/>
          <p:nvPr/>
        </p:nvSpPr>
        <p:spPr>
          <a:xfrm>
            <a:off x="3084195" y="2541270"/>
            <a:ext cx="231140" cy="264795"/>
          </a:xfrm>
          <a:prstGeom prst="downArrow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难度</a:t>
            </a:r>
            <a:r>
              <a:rPr lang="zh-CN" altLang="en-US" dirty="0">
                <a:sym typeface="+mn-ea"/>
              </a:rPr>
              <a:t>增强</a:t>
            </a:r>
            <a:endParaRPr lang="zh-CN" altLang="en-US" dirty="0">
              <a:sym typeface="+mn-ea"/>
            </a:endParaRPr>
          </a:p>
        </p:txBody>
      </p:sp>
      <p:pic>
        <p:nvPicPr>
          <p:cNvPr id="16" name="图片 15" descr="大模型-cop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05" y="3761105"/>
            <a:ext cx="338455" cy="338455"/>
          </a:xfrm>
          <a:prstGeom prst="rect">
            <a:avLst/>
          </a:prstGeom>
        </p:spPr>
      </p:pic>
      <p:pic>
        <p:nvPicPr>
          <p:cNvPr id="12" name="图片 11" descr="编码规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05" y="2778125"/>
            <a:ext cx="338455" cy="338455"/>
          </a:xfrm>
          <a:prstGeom prst="rect">
            <a:avLst/>
          </a:prstGeom>
        </p:spPr>
      </p:pic>
      <p:sp>
        <p:nvSpPr>
          <p:cNvPr id="14" name="圆角矩形 13"/>
          <p:cNvSpPr/>
          <p:nvPr/>
        </p:nvSpPr>
        <p:spPr>
          <a:xfrm>
            <a:off x="2520315" y="1598295"/>
            <a:ext cx="3439795" cy="763905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2524760" y="1656715"/>
            <a:ext cx="3383280" cy="672465"/>
          </a:xfrm>
          <a:prstGeom prst="rect">
            <a:avLst/>
          </a:prstGeom>
          <a:noFill/>
        </p:spPr>
        <p:txBody>
          <a:bodyPr>
            <a:noAutofit/>
          </a:bodyPr>
          <a:p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一块质量为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50 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克的铝块释放了 </a:t>
            </a:r>
            <a:r>
              <a:rPr lang="en-US" altLang="zh-CN" sz="1200">
                <a:solidFill>
                  <a:srgbClr val="000000"/>
                </a:solidFill>
                <a:highlight>
                  <a:srgbClr val="FFFF00"/>
                </a:highlight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[X]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焦耳的热量，温度下降至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12∘C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。铝块的原始温度是多少？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[C_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铝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= 880 J/(kg⋅ ∘C)] </a:t>
            </a:r>
            <a:r>
              <a:rPr lang="zh-CN" altLang="en-US" sz="1200">
                <a:solidFill>
                  <a:srgbClr val="000000"/>
                </a:solidFill>
                <a:highlight>
                  <a:srgbClr val="FFFF00"/>
                </a:highlight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上述问题的答案是 </a:t>
            </a:r>
            <a:r>
              <a:rPr lang="en-US" altLang="zh-CN" sz="1200">
                <a:solidFill>
                  <a:srgbClr val="000000"/>
                </a:solidFill>
                <a:highlight>
                  <a:srgbClr val="FFFF00"/>
                </a:highlight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[Y]</a:t>
            </a:r>
            <a:endParaRPr lang="en-US" altLang="zh-CN" sz="1200">
              <a:solidFill>
                <a:srgbClr val="000000"/>
              </a:solidFill>
              <a:highlight>
                <a:srgbClr val="FFFF00"/>
              </a:highlight>
              <a:uFillTx/>
              <a:latin typeface="Times New Roman" panose="02020603050405020304" pitchFamily="18" charset="0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3289935" y="2717165"/>
            <a:ext cx="902335" cy="339725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圆角矩形 19"/>
          <p:cNvSpPr/>
          <p:nvPr/>
        </p:nvSpPr>
        <p:spPr>
          <a:xfrm>
            <a:off x="2660650" y="3286760"/>
            <a:ext cx="3383280" cy="1205865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2731770" y="3286760"/>
            <a:ext cx="3311525" cy="12096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小明正在进行一项物理实验。他需要使用起重机将一个质量为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80 kg 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的物体垂直向上提升， 并保持恒定速度。已知当地的重力加速度为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9.0 m/s^2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，起重机需要施加多少力才能使物体以恒定速度上升？</a:t>
            </a:r>
            <a:endParaRPr lang="zh-CN" altLang="en-US">
              <a:solidFill>
                <a:srgbClr val="000000"/>
              </a:solidFill>
              <a:uFillTx/>
              <a:latin typeface="Times New Roman" panose="02020603050405020304" pitchFamily="18" charset="0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3289935" y="2713355"/>
            <a:ext cx="90297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50 Y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− X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2520315" y="843280"/>
            <a:ext cx="3256915" cy="645160"/>
          </a:xfrm>
          <a:prstGeom prst="rect">
            <a:avLst/>
          </a:prstGeom>
          <a:noFill/>
          <a:ln w="12700" cmpd="sng">
            <a:solidFill>
              <a:schemeClr val="bg1">
                <a:lumMod val="85000"/>
              </a:schemeClr>
            </a:solidFill>
            <a:prstDash val="sysDash"/>
          </a:ln>
        </p:spPr>
        <p:txBody>
          <a:bodyPr wrap="square" rtlCol="0">
            <a:spAutoFit/>
          </a:bodyPr>
          <a:p>
            <a:r>
              <a:rPr lang="zh-CN" altLang="en-US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一块质量为 50 克的铝块释放了 </a:t>
            </a:r>
            <a:r>
              <a:rPr lang="zh-CN" altLang="en-US" sz="1200">
                <a:solidFill>
                  <a:schemeClr val="tx1"/>
                </a:solidFill>
                <a:highlight>
                  <a:srgbClr val="FFFF00"/>
                </a:highlight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880</a:t>
            </a:r>
            <a:r>
              <a:rPr lang="zh-CN" altLang="en-US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 焦耳的热量，温度下降至</a:t>
            </a:r>
            <a:r>
              <a:rPr lang="en-US" altLang="zh-CN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12∘C。</a:t>
            </a:r>
            <a:r>
              <a:rPr lang="zh-CN" altLang="en-US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铝块的原始温度是多少？[</a:t>
            </a:r>
            <a:r>
              <a:rPr lang="en-US" altLang="zh-CN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C_</a:t>
            </a:r>
            <a:r>
              <a:rPr lang="zh-CN" altLang="en-US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铝 =</a:t>
            </a:r>
            <a:r>
              <a:rPr lang="en-US" altLang="zh-CN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0.88×10</a:t>
            </a:r>
            <a:r>
              <a:rPr lang="en-US" altLang="zh-CN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^3J/(kg⋅∘C)]</a:t>
            </a:r>
            <a:endParaRPr lang="en-US" altLang="zh-CN" sz="1200">
              <a:solidFill>
                <a:schemeClr val="tx1"/>
              </a:solidFill>
              <a:uFillTx/>
              <a:latin typeface="Times New Roman" panose="02020603050405020304" pitchFamily="18" charset="0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471805" y="1770380"/>
            <a:ext cx="427355" cy="410845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Q</a:t>
            </a:r>
            <a:endParaRPr lang="en-US" altLang="zh-CN"/>
          </a:p>
        </p:txBody>
      </p:sp>
      <p:cxnSp>
        <p:nvCxnSpPr>
          <p:cNvPr id="11" name="直接箭头连接符 10"/>
          <p:cNvCxnSpPr>
            <a:stCxn id="8" idx="7"/>
            <a:endCxn id="7" idx="1"/>
          </p:cNvCxnSpPr>
          <p:nvPr/>
        </p:nvCxnSpPr>
        <p:spPr>
          <a:xfrm flipV="1">
            <a:off x="836295" y="1165860"/>
            <a:ext cx="1684020" cy="664845"/>
          </a:xfrm>
          <a:prstGeom prst="straightConnector1">
            <a:avLst/>
          </a:prstGeom>
          <a:ln w="12700" cmpd="sng">
            <a:solidFill>
              <a:schemeClr val="bg2">
                <a:lumMod val="90000"/>
              </a:schemeClr>
            </a:solidFill>
            <a:prstDash val="sysDot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/>
          <p:nvPr/>
        </p:nvCxnSpPr>
        <p:spPr>
          <a:xfrm>
            <a:off x="915035" y="2942590"/>
            <a:ext cx="227076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996315" y="2642235"/>
            <a:ext cx="212217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基于规则随机生成表达</a:t>
            </a:r>
            <a:r>
              <a:rPr lang="zh-CN" altLang="en-US"/>
              <a:t>式</a:t>
            </a:r>
            <a:endParaRPr lang="zh-CN" altLang="en-US"/>
          </a:p>
        </p:txBody>
      </p:sp>
      <p:cxnSp>
        <p:nvCxnSpPr>
          <p:cNvPr id="24" name="直接箭头连接符 23"/>
          <p:cNvCxnSpPr/>
          <p:nvPr/>
        </p:nvCxnSpPr>
        <p:spPr>
          <a:xfrm flipV="1">
            <a:off x="981075" y="1966595"/>
            <a:ext cx="1461770" cy="698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文本框 24"/>
          <p:cNvSpPr txBox="1"/>
          <p:nvPr/>
        </p:nvSpPr>
        <p:spPr>
          <a:xfrm>
            <a:off x="1331595" y="1656080"/>
            <a:ext cx="949960" cy="3060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ym typeface="+mn-ea"/>
              </a:rPr>
              <a:t>参数</a:t>
            </a:r>
            <a:r>
              <a:rPr lang="zh-CN" altLang="en-US">
                <a:sym typeface="+mn-ea"/>
              </a:rPr>
              <a:t>掩盖</a:t>
            </a:r>
            <a:endParaRPr lang="zh-CN" altLang="en-US">
              <a:sym typeface="+mn-ea"/>
            </a:endParaRPr>
          </a:p>
        </p:txBody>
      </p:sp>
      <p:cxnSp>
        <p:nvCxnSpPr>
          <p:cNvPr id="27" name="直接箭头连接符 26"/>
          <p:cNvCxnSpPr/>
          <p:nvPr/>
        </p:nvCxnSpPr>
        <p:spPr>
          <a:xfrm>
            <a:off x="899160" y="3957320"/>
            <a:ext cx="1689100" cy="1016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8" name="文本框 27"/>
          <p:cNvSpPr txBox="1"/>
          <p:nvPr/>
        </p:nvSpPr>
        <p:spPr>
          <a:xfrm>
            <a:off x="847090" y="3635375"/>
            <a:ext cx="1776095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大模型生成</a:t>
            </a:r>
            <a:r>
              <a:rPr lang="zh-CN" altLang="en-US"/>
              <a:t>辅助问题</a:t>
            </a:r>
            <a:endParaRPr lang="zh-CN" altLang="en-US"/>
          </a:p>
        </p:txBody>
      </p:sp>
      <p:cxnSp>
        <p:nvCxnSpPr>
          <p:cNvPr id="33" name="肘形连接符 32"/>
          <p:cNvCxnSpPr/>
          <p:nvPr/>
        </p:nvCxnSpPr>
        <p:spPr>
          <a:xfrm rot="10800000" flipV="1">
            <a:off x="4234180" y="1896110"/>
            <a:ext cx="1725930" cy="882015"/>
          </a:xfrm>
          <a:prstGeom prst="bentConnector3">
            <a:avLst>
              <a:gd name="adj1" fmla="val -20419"/>
            </a:avLst>
          </a:prstGeom>
          <a:ln w="12700" cmpd="sng">
            <a:solidFill>
              <a:schemeClr val="tx1"/>
            </a:solidFill>
            <a:prstDash val="sysDot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4" name="肘形连接符 33"/>
          <p:cNvCxnSpPr/>
          <p:nvPr/>
        </p:nvCxnSpPr>
        <p:spPr>
          <a:xfrm>
            <a:off x="4290060" y="2949575"/>
            <a:ext cx="1787525" cy="1060450"/>
          </a:xfrm>
          <a:prstGeom prst="bentConnector3">
            <a:avLst>
              <a:gd name="adj1" fmla="val 113179"/>
            </a:avLst>
          </a:prstGeom>
          <a:ln w="12700" cap="sq" cmpd="sng">
            <a:solidFill>
              <a:schemeClr val="tx1"/>
            </a:solidFill>
            <a:prstDash val="sysDot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5" name="文本框 34"/>
          <p:cNvSpPr txBox="1"/>
          <p:nvPr/>
        </p:nvSpPr>
        <p:spPr>
          <a:xfrm>
            <a:off x="4521835" y="2978150"/>
            <a:ext cx="132461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约束问题</a:t>
            </a:r>
            <a:r>
              <a:rPr lang="zh-CN" altLang="en-US"/>
              <a:t>生成</a:t>
            </a:r>
            <a:endParaRPr lang="zh-CN" altLang="en-US"/>
          </a:p>
        </p:txBody>
      </p:sp>
      <p:sp>
        <p:nvSpPr>
          <p:cNvPr id="36" name="文本框 35"/>
          <p:cNvSpPr txBox="1"/>
          <p:nvPr/>
        </p:nvSpPr>
        <p:spPr>
          <a:xfrm>
            <a:off x="4521835" y="2489200"/>
            <a:ext cx="155575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约束表达式</a:t>
            </a:r>
            <a:r>
              <a:rPr lang="zh-CN" altLang="en-US"/>
              <a:t>生成</a:t>
            </a:r>
            <a:endParaRPr lang="zh-CN" altLang="en-US"/>
          </a:p>
        </p:txBody>
      </p:sp>
      <p:sp>
        <p:nvSpPr>
          <p:cNvPr id="37" name="文本框 36"/>
          <p:cNvSpPr txBox="1"/>
          <p:nvPr/>
        </p:nvSpPr>
        <p:spPr>
          <a:xfrm>
            <a:off x="1064895" y="1021715"/>
            <a:ext cx="1120140" cy="3060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>
                    <a:lumMod val="50000"/>
                    <a:lumOff val="50000"/>
                  </a:schemeClr>
                </a:solidFill>
                <a:sym typeface="+mn-ea"/>
              </a:rPr>
              <a:t>原始问题</a:t>
            </a:r>
            <a:r>
              <a:rPr lang="en-US" altLang="zh-CN">
                <a:solidFill>
                  <a:schemeClr val="tx1">
                    <a:lumMod val="50000"/>
                    <a:lumOff val="50000"/>
                  </a:schemeClr>
                </a:solidFill>
                <a:sym typeface="+mn-ea"/>
              </a:rPr>
              <a:t>Q</a:t>
            </a:r>
            <a:endParaRPr lang="en-US" altLang="zh-CN">
              <a:solidFill>
                <a:schemeClr val="tx1">
                  <a:lumMod val="50000"/>
                  <a:lumOff val="50000"/>
                </a:schemeClr>
              </a:solidFill>
              <a:sym typeface="+mn-ea"/>
            </a:endParaRPr>
          </a:p>
        </p:txBody>
      </p: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难度</a:t>
            </a:r>
            <a:r>
              <a:rPr lang="zh-CN" altLang="en-US" dirty="0">
                <a:sym typeface="+mn-ea"/>
              </a:rPr>
              <a:t>增强</a:t>
            </a:r>
            <a:endParaRPr lang="zh-CN" altLang="en-US" dirty="0">
              <a:sym typeface="+mn-ea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542925" y="1704340"/>
            <a:ext cx="2289810" cy="986155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542925" y="1696085"/>
            <a:ext cx="2289810" cy="1010285"/>
          </a:xfrm>
          <a:prstGeom prst="rect">
            <a:avLst/>
          </a:prstGeom>
          <a:noFill/>
        </p:spPr>
        <p:txBody>
          <a:bodyPr>
            <a:noAutofit/>
          </a:bodyPr>
          <a:p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一块质量为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50 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克的铝块释放了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[X] 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焦耳的热量，温度下降至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12∘C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。铝块的原始温度是多少？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[C_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铝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= 880 J/(kg⋅ ∘C)] 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上述问题的答案是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[Y]</a:t>
            </a:r>
            <a:endParaRPr lang="zh-CN" altLang="en-US" sz="1200">
              <a:solidFill>
                <a:srgbClr val="000000"/>
              </a:solidFill>
              <a:uFillTx/>
              <a:latin typeface="Times New Roman" panose="02020603050405020304" pitchFamily="18" charset="0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3138805" y="1366520"/>
            <a:ext cx="1041400" cy="299720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圆角矩形 19"/>
          <p:cNvSpPr/>
          <p:nvPr/>
        </p:nvSpPr>
        <p:spPr>
          <a:xfrm>
            <a:off x="3138805" y="1797050"/>
            <a:ext cx="3651250" cy="1169670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3143885" y="1797685"/>
            <a:ext cx="3650615" cy="11690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小明正在进行一项物理实验。他需要使用起重机将一个质量为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80 kg 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的物体垂直向上提升， 并保持恒定速度。已知当地的重力加速度为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9.0 m/s^2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，起重机需要施加多少力才能使物体以恒定速度上升？</a:t>
            </a:r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3138805" y="1366520"/>
            <a:ext cx="91948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50 Y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− X</a:t>
            </a:r>
            <a:endParaRPr lang="zh-CN" altLang="en-US"/>
          </a:p>
        </p:txBody>
      </p:sp>
      <p:sp>
        <p:nvSpPr>
          <p:cNvPr id="23" name="圆角矩形 22"/>
          <p:cNvSpPr/>
          <p:nvPr/>
        </p:nvSpPr>
        <p:spPr>
          <a:xfrm>
            <a:off x="4019550" y="3524250"/>
            <a:ext cx="1348105" cy="299720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文本框 25"/>
          <p:cNvSpPr txBox="1"/>
          <p:nvPr/>
        </p:nvSpPr>
        <p:spPr>
          <a:xfrm>
            <a:off x="4019550" y="3524250"/>
            <a:ext cx="137541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50 Y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− X = 720 </a:t>
            </a:r>
            <a:endParaRPr lang="zh-CN" altLang="en-US"/>
          </a:p>
        </p:txBody>
      </p:sp>
      <p:sp>
        <p:nvSpPr>
          <p:cNvPr id="29" name="圆角矩形 28"/>
          <p:cNvSpPr/>
          <p:nvPr/>
        </p:nvSpPr>
        <p:spPr>
          <a:xfrm>
            <a:off x="2832735" y="4041775"/>
            <a:ext cx="697230" cy="509905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圆角矩形 29"/>
          <p:cNvSpPr/>
          <p:nvPr/>
        </p:nvSpPr>
        <p:spPr>
          <a:xfrm>
            <a:off x="988060" y="3529965"/>
            <a:ext cx="1374775" cy="300355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文本框 30"/>
          <p:cNvSpPr txBox="1"/>
          <p:nvPr/>
        </p:nvSpPr>
        <p:spPr>
          <a:xfrm>
            <a:off x="988060" y="3524250"/>
            <a:ext cx="134874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(Y-12) * 44 = X</a:t>
            </a:r>
            <a:endParaRPr lang="en-US" altLang="zh-CN"/>
          </a:p>
        </p:txBody>
      </p:sp>
      <p:sp>
        <p:nvSpPr>
          <p:cNvPr id="32" name="文本框 31"/>
          <p:cNvSpPr txBox="1"/>
          <p:nvPr/>
        </p:nvSpPr>
        <p:spPr>
          <a:xfrm>
            <a:off x="2832735" y="4041775"/>
            <a:ext cx="697230" cy="5092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X=880</a:t>
            </a:r>
            <a:endParaRPr lang="en-US" altLang="zh-CN"/>
          </a:p>
          <a:p>
            <a:r>
              <a:rPr lang="en-US" altLang="zh-CN"/>
              <a:t>Y=32</a:t>
            </a:r>
            <a:endParaRPr lang="en-US" altLang="zh-CN"/>
          </a:p>
        </p:txBody>
      </p:sp>
      <p:sp>
        <p:nvSpPr>
          <p:cNvPr id="33" name="文本框 32"/>
          <p:cNvSpPr txBox="1"/>
          <p:nvPr/>
        </p:nvSpPr>
        <p:spPr>
          <a:xfrm>
            <a:off x="481693" y="821619"/>
            <a:ext cx="5880888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难度增强后依靠信息得到方程组</a:t>
            </a:r>
            <a:r>
              <a:rPr lang="zh-CN" altLang="en-US" sz="1400" dirty="0"/>
              <a:t>进行解题</a:t>
            </a:r>
            <a:endParaRPr lang="zh-CN" altLang="en-US" sz="1400" dirty="0"/>
          </a:p>
        </p:txBody>
      </p:sp>
      <p:sp>
        <p:nvSpPr>
          <p:cNvPr id="35" name="右箭头 34"/>
          <p:cNvSpPr/>
          <p:nvPr/>
        </p:nvSpPr>
        <p:spPr>
          <a:xfrm rot="5400000">
            <a:off x="1442720" y="3134360"/>
            <a:ext cx="325120" cy="222250"/>
          </a:xfrm>
          <a:prstGeom prst="rightArrow">
            <a:avLst/>
          </a:prstGeom>
          <a:noFill/>
          <a:ln w="12700" cmpd="sng">
            <a:solidFill>
              <a:schemeClr val="tx1"/>
            </a:solidFill>
            <a:prstDash val="sys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右箭头 35"/>
          <p:cNvSpPr/>
          <p:nvPr/>
        </p:nvSpPr>
        <p:spPr>
          <a:xfrm rot="5400000">
            <a:off x="4530725" y="3134360"/>
            <a:ext cx="325120" cy="222250"/>
          </a:xfrm>
          <a:prstGeom prst="rightArrow">
            <a:avLst/>
          </a:prstGeom>
          <a:noFill/>
          <a:ln w="12700" cmpd="sng">
            <a:solidFill>
              <a:schemeClr val="tx1"/>
            </a:solidFill>
            <a:prstDash val="sys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37" name="肘形连接符 36"/>
          <p:cNvCxnSpPr>
            <a:stCxn id="31" idx="2"/>
            <a:endCxn id="32" idx="1"/>
          </p:cNvCxnSpPr>
          <p:nvPr/>
        </p:nvCxnSpPr>
        <p:spPr>
          <a:xfrm rot="5400000" flipV="1">
            <a:off x="2011680" y="3474720"/>
            <a:ext cx="471805" cy="1170305"/>
          </a:xfrm>
          <a:prstGeom prst="bentConnector2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肘形连接符 37"/>
          <p:cNvCxnSpPr>
            <a:stCxn id="26" idx="2"/>
            <a:endCxn id="32" idx="3"/>
          </p:cNvCxnSpPr>
          <p:nvPr/>
        </p:nvCxnSpPr>
        <p:spPr>
          <a:xfrm rot="5400000">
            <a:off x="3883025" y="3471545"/>
            <a:ext cx="471805" cy="1177290"/>
          </a:xfrm>
          <a:prstGeom prst="bentConnector2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矩形 38"/>
          <p:cNvSpPr/>
          <p:nvPr/>
        </p:nvSpPr>
        <p:spPr>
          <a:xfrm>
            <a:off x="481965" y="1319530"/>
            <a:ext cx="2470785" cy="1692910"/>
          </a:xfrm>
          <a:prstGeom prst="rect">
            <a:avLst/>
          </a:prstGeom>
          <a:noFill/>
          <a:ln w="12700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矩形 39"/>
          <p:cNvSpPr/>
          <p:nvPr/>
        </p:nvSpPr>
        <p:spPr>
          <a:xfrm>
            <a:off x="3021330" y="1315720"/>
            <a:ext cx="3818255" cy="1692910"/>
          </a:xfrm>
          <a:prstGeom prst="rect">
            <a:avLst/>
          </a:prstGeom>
          <a:noFill/>
          <a:ln w="12700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相关</a:t>
            </a:r>
            <a:r>
              <a:rPr lang="zh-CN" altLang="en-US" dirty="0">
                <a:sym typeface="+mn-ea"/>
              </a:rPr>
              <a:t>资源</a:t>
            </a:r>
            <a:endParaRPr lang="zh-CN" altLang="en-US" dirty="0"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471805" y="815340"/>
            <a:ext cx="6179185" cy="3969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公式库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通过公式结构和</a:t>
            </a:r>
            <a:r>
              <a:rPr lang="zh-CN" altLang="en-US" sz="1400" dirty="0"/>
              <a:t>参数符号进行</a:t>
            </a:r>
            <a:r>
              <a:rPr lang="zh-CN" altLang="en-US" sz="1400" dirty="0"/>
              <a:t>符号合并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使用大语言模型</a:t>
            </a:r>
            <a:r>
              <a:rPr lang="zh-CN" altLang="en-US" sz="1400" dirty="0"/>
              <a:t>进行语义</a:t>
            </a:r>
            <a:r>
              <a:rPr lang="zh-CN" altLang="en-US" sz="1400" dirty="0"/>
              <a:t>合并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偏好优化数据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基于蒙特卡洛树进行解题路径生成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使用过程监督模型与规则进行评分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构造偏好对</a:t>
            </a:r>
            <a:r>
              <a:rPr lang="zh-CN" altLang="en-US" sz="1400" dirty="0"/>
              <a:t>数据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增广数据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基于大语言模型进行问题生成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按照与前文同样步骤进行标注</a:t>
            </a:r>
            <a:endParaRPr lang="en-US" altLang="zh-CN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英文版本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通过大语言模型进行翻译</a:t>
            </a:r>
            <a:endParaRPr lang="zh-CN" altLang="en-US" sz="1400" dirty="0"/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>
                <a:sym typeface="+mn-ea"/>
              </a:rPr>
              <a:t>基于公式的</a:t>
            </a:r>
            <a:r>
              <a:rPr lang="zh-CN" altLang="en-US" dirty="0">
                <a:sym typeface="+mn-ea"/>
              </a:rPr>
              <a:t>数值推理方法评测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基于公式的数值推理方法评测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设置</a:t>
            </a:r>
            <a:endParaRPr lang="zh-CN" altLang="en-US" dirty="0"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471805" y="815340"/>
            <a:ext cx="6179185" cy="36461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评测方法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零样本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检索增强生成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模型微调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直接偏好</a:t>
            </a:r>
            <a:r>
              <a:rPr lang="zh-CN" altLang="en-US" sz="1400" dirty="0"/>
              <a:t>优化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数据集</a:t>
            </a:r>
            <a:br>
              <a:rPr lang="zh-CN" altLang="en-US" sz="1400" dirty="0"/>
            </a:br>
            <a:r>
              <a:rPr lang="en-US" altLang="zh-CN" sz="1400" dirty="0"/>
              <a:t>- FormulaReasoning </a:t>
            </a:r>
            <a:r>
              <a:rPr lang="zh-CN" altLang="en-US" sz="1400" dirty="0"/>
              <a:t>和</a:t>
            </a:r>
            <a:r>
              <a:rPr lang="en-US" altLang="zh-CN" sz="1400" dirty="0"/>
              <a:t> FormulaReasoning+</a:t>
            </a:r>
            <a:br>
              <a:rPr lang="en-US" altLang="zh-CN" sz="1400" dirty="0"/>
            </a:br>
            <a:r>
              <a:rPr lang="en-US" altLang="zh-CN" sz="1400" dirty="0"/>
              <a:t>- GSM8K</a:t>
            </a:r>
            <a:r>
              <a:rPr lang="zh-CN" altLang="en-US" sz="1400" dirty="0"/>
              <a:t>、</a:t>
            </a:r>
            <a:r>
              <a:rPr lang="en-US" altLang="zh-CN" sz="1400" dirty="0"/>
              <a:t>MATH</a:t>
            </a:r>
            <a:r>
              <a:rPr lang="zh-CN" altLang="en-US" sz="1400" dirty="0"/>
              <a:t>、</a:t>
            </a:r>
            <a:r>
              <a:rPr lang="en-US" altLang="zh-CN" sz="1400" dirty="0"/>
              <a:t>SVAMP</a:t>
            </a:r>
            <a:r>
              <a:rPr lang="zh-CN" altLang="en-US" sz="1400" dirty="0"/>
              <a:t>等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评测指标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准确率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过程奖励模型</a:t>
            </a:r>
            <a:r>
              <a:rPr lang="zh-CN" altLang="en-US" sz="1400" dirty="0"/>
              <a:t>分数</a:t>
            </a:r>
            <a:endParaRPr lang="zh-CN" altLang="en-US" sz="1400" dirty="0"/>
          </a:p>
        </p:txBody>
      </p:sp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基于公式的数值推理方法评测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评测</a:t>
            </a:r>
            <a:r>
              <a:rPr lang="zh-CN" altLang="en-US" dirty="0">
                <a:sym typeface="+mn-ea"/>
              </a:rPr>
              <a:t>结果</a:t>
            </a:r>
            <a:endParaRPr lang="zh-CN" altLang="en-US" dirty="0"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471805" y="815340"/>
            <a:ext cx="617918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下面为零样本方法的评测</a:t>
            </a:r>
            <a:r>
              <a:rPr lang="zh-CN" altLang="en-US" sz="1400" dirty="0"/>
              <a:t>结果</a:t>
            </a:r>
            <a:endParaRPr lang="zh-CN" altLang="en-US" sz="1400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555" y="1605915"/>
            <a:ext cx="3999865" cy="249936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4164330" y="914400"/>
            <a:ext cx="2700020" cy="37147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原版与增强版数据集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在不同模型上均发现，增强版数据集的准确率更低，侧面反映数据集难度的</a:t>
            </a:r>
            <a:r>
              <a:rPr lang="zh-CN" altLang="en-US" sz="1400" dirty="0"/>
              <a:t>提升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不同大语言模型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参数规模的扩展带来了一定的表现提升，不同模型的表现差异较大，</a:t>
            </a:r>
            <a:r>
              <a:rPr lang="en-US" altLang="zh-CN" sz="1400" dirty="0"/>
              <a:t> </a:t>
            </a:r>
            <a:r>
              <a:rPr lang="zh-CN" altLang="en-US" sz="1400" dirty="0"/>
              <a:t>较小参数</a:t>
            </a:r>
            <a:r>
              <a:rPr lang="zh-CN" altLang="en-US" sz="1400" dirty="0"/>
              <a:t>的模型仍然值得</a:t>
            </a:r>
            <a:r>
              <a:rPr lang="zh-CN" altLang="en-US" sz="1400" dirty="0"/>
              <a:t>优化</a:t>
            </a:r>
            <a:endParaRPr lang="zh-CN" altLang="en-US" sz="1400" dirty="0"/>
          </a:p>
        </p:txBody>
      </p:sp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基于公式的数值推理方法评测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评测</a:t>
            </a:r>
            <a:r>
              <a:rPr lang="zh-CN" altLang="en-US" dirty="0">
                <a:sym typeface="+mn-ea"/>
              </a:rPr>
              <a:t>结果</a:t>
            </a:r>
            <a:endParaRPr lang="zh-CN" altLang="en-US" dirty="0"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471805" y="815340"/>
            <a:ext cx="617918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下面为直接偏好优化方法的评测</a:t>
            </a:r>
            <a:r>
              <a:rPr lang="zh-CN" altLang="en-US" sz="1400" dirty="0"/>
              <a:t>结果</a:t>
            </a:r>
            <a:endParaRPr lang="zh-CN" altLang="en-US" sz="14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05" y="1338580"/>
            <a:ext cx="6419850" cy="206375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471805" y="3616325"/>
            <a:ext cx="6179185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dirty="0"/>
              <a:t>在</a:t>
            </a:r>
            <a:r>
              <a:rPr lang="en-US" altLang="zh-CN" sz="1400" dirty="0"/>
              <a:t>FormulaReasoning</a:t>
            </a:r>
            <a:r>
              <a:rPr lang="zh-CN" altLang="en-US" sz="1400" dirty="0"/>
              <a:t>对应的偏好数据上进行优化后，在其他数据集上仍然保留较好的泛化性，对其他数据集在多数情况</a:t>
            </a:r>
            <a:r>
              <a:rPr lang="zh-CN" altLang="en-US" sz="1400" dirty="0"/>
              <a:t>下也有性能</a:t>
            </a:r>
            <a:r>
              <a:rPr lang="zh-CN" altLang="en-US" sz="1400" dirty="0"/>
              <a:t>提升</a:t>
            </a:r>
            <a:endParaRPr lang="zh-CN" altLang="en-US" sz="1400" dirty="0"/>
          </a:p>
        </p:txBody>
      </p:sp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>
                <a:sym typeface="+mn-ea"/>
              </a:rPr>
              <a:t>一种基于公式的数值推理方法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一种基于公式的数值推理方法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方法图</a:t>
            </a:r>
            <a:endParaRPr lang="zh-CN" altLang="en-US" dirty="0"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959225" y="1094105"/>
            <a:ext cx="2700020" cy="3013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数据集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使用前文构建方法得到的公式以及参数信息作为训练</a:t>
            </a:r>
            <a:r>
              <a:rPr lang="zh-CN" altLang="en-US" sz="1400" dirty="0"/>
              <a:t>数据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三模块流程解题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公式生成、参数识别模块使用大模型实现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数值计算模块使用公式计算器</a:t>
            </a:r>
            <a:r>
              <a:rPr lang="zh-CN" altLang="en-US" sz="1400" dirty="0"/>
              <a:t>实现</a:t>
            </a:r>
            <a:endParaRPr lang="zh-CN" altLang="en-US" sz="1400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735" y="969010"/>
            <a:ext cx="3793490" cy="3480435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一种基于公式的数值推理方法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对比</a:t>
            </a:r>
            <a:r>
              <a:rPr lang="zh-CN" altLang="en-US" dirty="0">
                <a:sym typeface="+mn-ea"/>
              </a:rPr>
              <a:t>实验</a:t>
            </a:r>
            <a:endParaRPr lang="zh-CN" altLang="en-US" dirty="0">
              <a:sym typeface="+mn-ea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05" y="849630"/>
            <a:ext cx="3441065" cy="190119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05" y="2754630"/>
            <a:ext cx="3408045" cy="1892300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3998595" y="849630"/>
            <a:ext cx="2700020" cy="36633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上图为</a:t>
            </a:r>
            <a:r>
              <a:rPr lang="en-US" altLang="zh-CN" sz="1400" dirty="0"/>
              <a:t>FormulaReasoning</a:t>
            </a:r>
            <a:r>
              <a:rPr lang="zh-CN" altLang="en-US" sz="1400" dirty="0"/>
              <a:t>上的对比实验结果。</a:t>
            </a:r>
            <a:r>
              <a:rPr lang="zh-CN" altLang="en-US" sz="1400" dirty="0">
                <a:sym typeface="+mn-ea"/>
              </a:rPr>
              <a:t>下图为</a:t>
            </a:r>
            <a:r>
              <a:rPr lang="en-US" altLang="zh-CN" sz="1400" dirty="0">
                <a:sym typeface="+mn-ea"/>
              </a:rPr>
              <a:t>FormulaReasoning+</a:t>
            </a:r>
            <a:r>
              <a:rPr lang="zh-CN" altLang="en-US" sz="1400" dirty="0">
                <a:sym typeface="+mn-ea"/>
              </a:rPr>
              <a:t>上的对比实验结果。</a:t>
            </a:r>
            <a:endParaRPr lang="zh-CN" altLang="en-US" sz="1400" dirty="0">
              <a:sym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endParaRPr lang="zh-CN" altLang="en-US" sz="1400" dirty="0">
              <a:sym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本文方法在两数据集上均超过了普通微调方法以及数据增广的方法，在</a:t>
            </a:r>
            <a:r>
              <a:rPr lang="en-US" altLang="zh-CN" sz="1400" dirty="0"/>
              <a:t>1.5B</a:t>
            </a:r>
            <a:r>
              <a:rPr lang="zh-CN" altLang="en-US" sz="1400" dirty="0"/>
              <a:t>大小的模型和</a:t>
            </a:r>
            <a:r>
              <a:rPr lang="en-US" altLang="zh-CN" sz="1400" dirty="0"/>
              <a:t>7B</a:t>
            </a:r>
            <a:r>
              <a:rPr lang="zh-CN" altLang="en-US" sz="1400" dirty="0"/>
              <a:t>大小的模型上效果</a:t>
            </a:r>
            <a:r>
              <a:rPr lang="zh-CN" altLang="en-US" sz="1400" dirty="0"/>
              <a:t>趋势一致。</a:t>
            </a:r>
            <a:endParaRPr lang="zh-CN" altLang="en-US" sz="1400" dirty="0"/>
          </a:p>
        </p:txBody>
      </p:sp>
    </p:spTree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一种基于公式的数值推理方法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消融</a:t>
            </a:r>
            <a:r>
              <a:rPr lang="zh-CN" altLang="en-US" dirty="0">
                <a:sym typeface="+mn-ea"/>
              </a:rPr>
              <a:t>实验</a:t>
            </a:r>
            <a:endParaRPr lang="zh-CN" altLang="en-US" dirty="0">
              <a:sym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05" y="1816100"/>
            <a:ext cx="6305550" cy="1739900"/>
          </a:xfrm>
          <a:prstGeom prst="rect">
            <a:avLst/>
          </a:prstGeom>
        </p:spPr>
      </p:pic>
      <p:sp>
        <p:nvSpPr>
          <p:cNvPr id="29" name="文本框 28"/>
          <p:cNvSpPr txBox="1"/>
          <p:nvPr/>
        </p:nvSpPr>
        <p:spPr>
          <a:xfrm>
            <a:off x="471805" y="849630"/>
            <a:ext cx="6305550" cy="10610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验证多模块架构的有效性</a:t>
            </a:r>
            <a:br>
              <a:rPr lang="zh-CN" altLang="en-US" sz="1400" dirty="0"/>
            </a:br>
            <a:r>
              <a:rPr lang="zh-CN" altLang="en-US" sz="1400" dirty="0"/>
              <a:t>单模块设置使用同一模型进行公式生成和参数</a:t>
            </a:r>
            <a:r>
              <a:rPr lang="zh-CN" altLang="en-US" sz="1400" dirty="0"/>
              <a:t>识别</a:t>
            </a:r>
            <a:br>
              <a:rPr lang="zh-CN" altLang="en-US" sz="1400" dirty="0"/>
            </a:br>
            <a:r>
              <a:rPr lang="zh-CN" altLang="en-US" sz="1400" dirty="0"/>
              <a:t>多模块设置使用不同</a:t>
            </a:r>
            <a:r>
              <a:rPr lang="zh-CN" altLang="en-US" sz="1400" dirty="0">
                <a:sym typeface="+mn-ea"/>
              </a:rPr>
              <a:t>模型进行公式生成和参数识别（同</a:t>
            </a:r>
            <a:r>
              <a:rPr lang="zh-CN" altLang="en-US" sz="1400" dirty="0">
                <a:sym typeface="+mn-ea"/>
              </a:rPr>
              <a:t>前文）</a:t>
            </a:r>
            <a:endParaRPr lang="zh-CN" altLang="en-US" sz="1400" dirty="0"/>
          </a:p>
        </p:txBody>
      </p:sp>
      <p:sp>
        <p:nvSpPr>
          <p:cNvPr id="7" name="文本框 6"/>
          <p:cNvSpPr txBox="1"/>
          <p:nvPr/>
        </p:nvSpPr>
        <p:spPr>
          <a:xfrm>
            <a:off x="471805" y="3632200"/>
            <a:ext cx="6305550" cy="9836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dirty="0"/>
              <a:t>多模块设置对解题能力提高更加</a:t>
            </a:r>
            <a:r>
              <a:rPr lang="zh-CN" altLang="en-US" sz="1400" dirty="0"/>
              <a:t>明显：</a:t>
            </a:r>
            <a:endParaRPr lang="zh-CN" altLang="en-US" sz="1400" dirty="0"/>
          </a:p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dirty="0"/>
              <a:t>将问题拆解为各个子任务，不同模型负责不同的任务降低了对模型的要求，使得整体解题性能得到提高。</a:t>
            </a:r>
            <a:endParaRPr lang="zh-CN" altLang="en-US" sz="1400" dirty="0"/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一种基于公式的数值推理方法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多公式候选</a:t>
            </a:r>
            <a:r>
              <a:rPr lang="zh-CN" altLang="en-US" dirty="0">
                <a:sym typeface="+mn-ea"/>
              </a:rPr>
              <a:t>实验</a:t>
            </a:r>
            <a:endParaRPr lang="zh-CN" altLang="en-US" dirty="0">
              <a:sym typeface="+mn-ea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05" y="1418590"/>
            <a:ext cx="6305550" cy="1689100"/>
          </a:xfrm>
          <a:prstGeom prst="rect">
            <a:avLst/>
          </a:prstGeom>
        </p:spPr>
      </p:pic>
      <p:sp>
        <p:nvSpPr>
          <p:cNvPr id="29" name="文本框 28"/>
          <p:cNvSpPr txBox="1"/>
          <p:nvPr/>
        </p:nvSpPr>
        <p:spPr>
          <a:xfrm>
            <a:off x="471805" y="923925"/>
            <a:ext cx="6305550" cy="4203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对比不同公式候选路径数量的模型效果</a:t>
            </a:r>
            <a:endParaRPr lang="zh-CN" altLang="en-US" sz="1400" dirty="0"/>
          </a:p>
        </p:txBody>
      </p:sp>
      <p:sp>
        <p:nvSpPr>
          <p:cNvPr id="6" name="文本框 5"/>
          <p:cNvSpPr txBox="1"/>
          <p:nvPr/>
        </p:nvSpPr>
        <p:spPr>
          <a:xfrm>
            <a:off x="471805" y="3048000"/>
            <a:ext cx="6179185" cy="4292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en-US" altLang="zh-CN" sz="1200" dirty="0"/>
              <a:t>@N</a:t>
            </a:r>
            <a:r>
              <a:rPr lang="zh-CN" altLang="en-US" sz="1200" dirty="0"/>
              <a:t>表示推理时尝试</a:t>
            </a:r>
            <a:r>
              <a:rPr lang="en-US" altLang="zh-CN" sz="1200" dirty="0"/>
              <a:t>N</a:t>
            </a:r>
            <a:r>
              <a:rPr lang="zh-CN" altLang="en-US" sz="1200" dirty="0"/>
              <a:t>次推理路径</a:t>
            </a:r>
            <a:endParaRPr lang="zh-CN" altLang="en-US" sz="1200" dirty="0"/>
          </a:p>
        </p:txBody>
      </p:sp>
      <p:sp>
        <p:nvSpPr>
          <p:cNvPr id="7" name="文本框 6"/>
          <p:cNvSpPr txBox="1"/>
          <p:nvPr/>
        </p:nvSpPr>
        <p:spPr>
          <a:xfrm>
            <a:off x="471805" y="3536950"/>
            <a:ext cx="6305550" cy="1130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dirty="0"/>
              <a:t>在增加公式</a:t>
            </a:r>
            <a:r>
              <a:rPr lang="zh-CN" altLang="en-US" sz="1400" dirty="0"/>
              <a:t>推理路径时，模型的准确率有了更多的提高，反映出模型在公式推理上仍有</a:t>
            </a:r>
            <a:r>
              <a:rPr lang="zh-CN" altLang="en-US" sz="1400" dirty="0"/>
              <a:t>一定的学习空间</a:t>
            </a:r>
            <a:endParaRPr lang="zh-CN" altLang="en-US" sz="1400" dirty="0"/>
          </a:p>
        </p:txBody>
      </p:sp>
    </p:spTree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>
                <a:sym typeface="+mn-ea"/>
              </a:rPr>
              <a:t>总结与</a:t>
            </a:r>
            <a:r>
              <a:rPr lang="zh-CN" altLang="en-US" dirty="0">
                <a:sym typeface="+mn-ea"/>
              </a:rPr>
              <a:t>展望</a:t>
            </a:r>
            <a:endParaRPr lang="zh-CN" altLang="en-US"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22B08-3EA3-41BF-B421-FEB4AE47B4B9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471805" y="849630"/>
            <a:ext cx="6293485" cy="38315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研究</a:t>
            </a:r>
            <a:r>
              <a:rPr lang="zh-CN" altLang="en-US" sz="1400" dirty="0"/>
              <a:t>总结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提出了 </a:t>
            </a:r>
            <a:r>
              <a:rPr lang="en-US" altLang="zh-CN" sz="1400" dirty="0"/>
              <a:t>FormulaReasoning </a:t>
            </a:r>
            <a:r>
              <a:rPr lang="zh-CN" altLang="en-US" sz="1400" dirty="0"/>
              <a:t>数据集以及其增强版本</a:t>
            </a:r>
            <a:r>
              <a:rPr lang="en-US" altLang="zh-CN" sz="1400" dirty="0"/>
              <a:t>FormulaReasoning+ </a:t>
            </a:r>
            <a:r>
              <a:rPr lang="zh-CN" altLang="en-US" sz="1400" dirty="0"/>
              <a:t>数据集</a:t>
            </a:r>
            <a:r>
              <a:rPr lang="zh-CN" altLang="en-US" sz="1400" dirty="0"/>
              <a:t>，并提供较为自动化的构建</a:t>
            </a:r>
            <a:r>
              <a:rPr lang="zh-CN" altLang="en-US" sz="1400" dirty="0"/>
              <a:t>方法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进行了众多模型以及多种方法的评测，给出了较为详细的实验结果和</a:t>
            </a:r>
            <a:r>
              <a:rPr lang="zh-CN" altLang="en-US" sz="1400" dirty="0"/>
              <a:t>分析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提出一种基于公式的数值推理方法来提升模型的性能，对该方法进行对比试验、消融实验以及多公式</a:t>
            </a:r>
            <a:r>
              <a:rPr lang="zh-CN" altLang="en-US" sz="1400" dirty="0"/>
              <a:t>候选实验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未来展望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检索增强方法基于有限的公式库，应考虑更泛用的公式库实现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数据集基于初高中物理题目，应考虑其他领域和更高难度的</a:t>
            </a:r>
            <a:r>
              <a:rPr lang="zh-CN" altLang="en-US" sz="1400" dirty="0"/>
              <a:t>题目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对过程监督研究不足，应进一步考虑</a:t>
            </a:r>
            <a:r>
              <a:rPr lang="zh-CN" altLang="en-US" sz="1400" dirty="0">
                <a:sym typeface="+mn-ea"/>
              </a:rPr>
              <a:t>公式在模型推理中的过程监督</a:t>
            </a:r>
            <a:r>
              <a:rPr lang="zh-CN" altLang="en-US" sz="1400" dirty="0">
                <a:sym typeface="+mn-ea"/>
              </a:rPr>
              <a:t>作用</a:t>
            </a:r>
            <a:endParaRPr lang="zh-CN" altLang="en-US" sz="1400" dirty="0">
              <a:sym typeface="+mn-ea"/>
            </a:endParaRPr>
          </a:p>
        </p:txBody>
      </p:sp>
      <p:sp>
        <p:nvSpPr>
          <p:cNvPr id="12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 err="1"/>
              <a:t>数值总结与</a:t>
            </a:r>
            <a:r>
              <a:rPr lang="zh-CN" altLang="en-US" dirty="0" err="1"/>
              <a:t>展望</a:t>
            </a:r>
            <a:endParaRPr lang="zh-CN" altLang="en-US" dirty="0" err="1"/>
          </a:p>
        </p:txBody>
      </p:sp>
    </p:spTree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471922" y="979200"/>
            <a:ext cx="5540303" cy="3701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Xiao Li, </a:t>
            </a:r>
            <a:r>
              <a:rPr lang="en-US" altLang="zh-CN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Bolin Zhu</a:t>
            </a: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et al. FormulaReasoning: A Dataset for Formula-Based Numerical Reasoning[C/OL]//The 64th Annual Meeting of the Association for Computational Linguistics. 2026. https://openreview.net/forum?id=G87r1ICRPg. </a:t>
            </a: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00000"/>
              </a:lnSpc>
            </a:pPr>
            <a:r>
              <a: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程龚，朱博林，厉肖，一种基于公式的数值</a:t>
            </a:r>
            <a:r>
              <a: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推理问答实现方法、设备及介质</a:t>
            </a: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2026.4 </a:t>
            </a: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charset="-122"/>
                <a:ea typeface="黑体" panose="02010609060101010101" charset="-122"/>
              </a:rPr>
              <a:t>攻读硕士学位期间完成的学术成果</a:t>
            </a:r>
            <a:endParaRPr lang="zh-CN" altLang="en-US" dirty="0"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" name="标题 4"/>
          <p:cNvSpPr>
            <a:spLocks noGrp="1"/>
          </p:cNvSpPr>
          <p:nvPr/>
        </p:nvSpPr>
        <p:spPr>
          <a:xfrm>
            <a:off x="598924" y="26968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latin typeface="黑体" panose="02010609060101010101" charset="-122"/>
                <a:ea typeface="黑体" panose="02010609060101010101" charset="-122"/>
              </a:rPr>
              <a:t>攻读硕士学位期间完成的</a:t>
            </a:r>
            <a:r>
              <a:rPr lang="zh-CN" altLang="en-US" dirty="0">
                <a:latin typeface="黑体" panose="02010609060101010101" charset="-122"/>
                <a:ea typeface="黑体" panose="02010609060101010101" charset="-122"/>
              </a:rPr>
              <a:t>专利情况</a:t>
            </a:r>
            <a:endParaRPr lang="zh-CN" altLang="en-US" dirty="0"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感谢观看</a:t>
            </a:r>
            <a:endParaRPr lang="zh-CN" altLang="en-US" dirty="0"/>
          </a:p>
        </p:txBody>
      </p:sp>
      <p:sp>
        <p:nvSpPr>
          <p:cNvPr id="11" name="副标题 10"/>
          <p:cNvSpPr>
            <a:spLocks noGrp="1"/>
          </p:cNvSpPr>
          <p:nvPr>
            <p:ph type="subTitle" idx="1"/>
          </p:nvPr>
        </p:nvSpPr>
        <p:spPr>
          <a:xfrm>
            <a:off x="2708617" y="2953358"/>
            <a:ext cx="1921440" cy="66600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kumimoji="1" lang="zh-CN" altLang="en-US" dirty="0"/>
              <a:t>汇报人：</a:t>
            </a:r>
            <a:r>
              <a:rPr kumimoji="1" lang="zh-CN" altLang="en-US" dirty="0"/>
              <a:t>朱博林  </a:t>
            </a:r>
            <a:endParaRPr kumimoji="1" lang="en-US" altLang="zh-CN" dirty="0"/>
          </a:p>
          <a:p>
            <a:pPr algn="l"/>
            <a:r>
              <a:rPr kumimoji="1" lang="zh-CN" altLang="en-US" dirty="0"/>
              <a:t>学号：</a:t>
            </a:r>
            <a:r>
              <a:rPr kumimoji="1" lang="en-US" altLang="zh-CN" dirty="0"/>
              <a:t>522023330123</a:t>
            </a:r>
            <a:endParaRPr kumimoji="1" lang="en-US" altLang="zh-CN" dirty="0"/>
          </a:p>
          <a:p>
            <a:pPr algn="l"/>
            <a:r>
              <a:rPr kumimoji="1" lang="zh-CN" altLang="en-US" dirty="0"/>
              <a:t>导师：</a:t>
            </a:r>
            <a:r>
              <a:rPr kumimoji="1" lang="zh-CN" altLang="en-US" dirty="0"/>
              <a:t>程龚</a:t>
            </a:r>
            <a:endParaRPr kumimoji="1" lang="zh-CN" altLang="en-US" dirty="0"/>
          </a:p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tags/tag1.xml><?xml version="1.0" encoding="utf-8"?>
<p:tagLst xmlns:p="http://schemas.openxmlformats.org/presentationml/2006/main">
  <p:tag name="TABLE_ENDDRAG_ORIGIN_RECT" val="355*117"/>
  <p:tag name="TABLE_ENDDRAG_RECT" val="99*210*355*117"/>
</p:tagLst>
</file>

<file path=ppt/tags/tag3.xml><?xml version="1.0" encoding="utf-8"?>
<p:tagLst xmlns:p="http://schemas.openxmlformats.org/presentationml/2006/main">
  <p:tag name="COMMONDATA" val="eyJoZGlkIjoiZmFhOTViNmIzMjg3YjNiOWUyNWVkYjNjNDNiZjUwMzUifQ=="/>
</p:tagLst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item1.xml><?xml version="1.0" encoding="utf-8"?>
<s:customData xmlns="http://www.wps.cn/officeDocument/2013/wpsCustomData" xmlns:s="http://www.wps.cn/officeDocument/2013/wpsCustomData">
  <extobjs>
    <extobj name="E657119C-6982-421D-8BA7-E74DEB70A7D9-1">
      <extobjdata type="E657119C-6982-421D-8BA7-E74DEB70A7D9" data="ewoJIkNhdGVnb3J5IiA6ICJmbG93IiwKCSJEZWZpbml0aW9uIiA6ICJKVGRDSlRJeWNHRm5aU1V5TWlVelFTVTNRaVV5TW5CaFpHUnBibWNsTWpJbE0wRXlNQ1V5UXlVeU1tOXlhV1Z1ZEdGMGFXOXVKVEl5SlROQkpUSXljRzl5ZEhKaGFYUWxNaklsTWtNbE1qSmlZV05yWjNKdmRXNWtRMjlzYjNJbE1qSWxNMEVsTWpKMGNtRnVjM0JoY21WdWRDVXlNaVV5UXlVeU1tZHlhV1JUYVhwbEpUSXlKVE5CTVRVbE1rTWxNakozYVdSMGFDVXlNaVV6UVRFd01EQWxNa01sTWpKemFHOTNSM0pwWkNVeU1pVXpRWFJ5ZFdVbE1rTWxNakp5YVdOb1ZHVjRkQ1V5TWlVelFYUnlkV1VsTWtNbE1qSm9aV2xuYUhRbE1qSWxNMEV4TURBd0pUZEVKVEpESlRJeVpXeGxiV1Z1ZEhNbE1qSWxNMEVsTjBJbE1qSlRTM0ZhZVV0YVFsTm5Namt5TmpJMEpUSXlKVE5CSlRkQ0pUSXlhV1FsTWpJbE0wRWxNakpUUzNGYWVVdGFRbE5uTWpreU5qSTBKVEl5SlRKREpUSXlibUZ0WlNVeU1pVXpRU1V5TW5SbGNtMXBibUYwYjNJbE1qSWxNa01sTWpKMGFYUnNaU1V5TWlVelFTVXlNaVZGTlNWQ1F5VTRNQ1ZGTlNWQk55VTRRaVV5UmlWRk55VkNRaVU1TXlWRk5pVTVSQ1U1UmlVeU1pVXlReVV5TW1OaGRHVm5iM0o1SlRJeUpUTkJKVEl5Wm14dmR5VXlNaVV5UXlVeU1tZHliM1Z3SlRJeUpUTkJKVEl5SlRJeUpUSkRKVEl5WjNKdmRYQk9ZVzFsSlRJeUpUTkJiblZzYkNVeVF5VXlNbXh2WTJ0bFpDVXlNaVV6UVdaaGJITmxKVEpESlRJeWJHbHVheVV5TWlVelFTVXlNaVV5TWlVeVF5VXlNbU5vYVd4a2NtVnVKVEl5SlROQkpUVkNKVFZFSlRKREpUSXljR0Z5Wlc1MEpUSXlKVE5CSlRJeUpUSXlKVEpESlRJeWNtVnphWHBsUkdseUpUSXlKVE5CSlRWQ0pUSXlkR3dsTWpJbE1rTWxNakowY2lVeU1pVXlReVV5TW1KeUpUSXlKVEpESlRJeVltd2xNaklsTWtNbE1qSnNKVEl5SlRKREpUSXlkQ1V5TWlVeVF5VXlNbklsTWpJbE1rTWxNakppSlRJeUpUVkVKVEpESlRJeVlYUjBjbWxpZFhSbEpUSXlKVE5CSlRkQ0pUSXlZMjl1ZEdGcGJtVnlKVEl5SlROQlptRnNjMlVsTWtNbE1qSjJhWE5wWW14bEpUSXlKVE5CZEhKMVpTVXlReVV5TW5KdmRHRjBZV0pzWlNVeU1pVXpRWFJ5ZFdVbE1rTWxNakpzYVc1cllXSnNaU1V5TWlVelFYUnlkV1VsTWtNbE1qSmpiMnhzWVhCellXSnNaU1V5TWlVelFXWmhiSE5sSlRKREpUSXlZMjlzYkdGd2MyVmtKVEl5SlROQlptRnNjMlVsTWtNbE1qSm1hWGhsWkV4cGJtc2xNaklsTTBGbVlXeHpaU1V5UXlVeU1tMWhjbXRsY2s5bVpuTmxkQ1V5TWlVelFUVWxOMFFsTWtNbE1qSmtZWFJoUVhSMGNtbGlkWFJsY3lVeU1pVXpRU1UxUWlVM1FpVXlNbTVoYldVbE1qSWxNMEVsTWpJbFJUVWxRa0VsT0VZbFJUVWxPRVlsUWpjbE1qSWxNa01sTWpKMGVYQmxKVEl5SlROQkpUSXliblZ0WW1WeUpUSXlKVEpESlRJeWRtRnNkV1VsTWpJbE0wRWxNaklsTWpJbE1rTWxNakpqWVhSbFoyOXllU1V5TWlVelFTVXlNbVJsWm1GMWJIUWxNaklsTWtNbE1qSnBaQ1V5TWlVelFTVXlNbWRZUTBweFVHRjNka3M0T0RBNU9EVWxNaklsTjBRbE1rTWxOMElsTWpKdVlXMWxKVEl5SlROQkpUSXlKVVUxSlRrd0pUaEVKVVUzSlVFM0pVSXdKVEl5SlRKREpUSXlkSGx3WlNVeU1pVXpRU1V5TW5OMGNtbHVaeVV5TWlVeVF5VXlNblpoYkhWbEpUSXlKVE5CSlRJeUpUSXlKVEpESlRJeVkyRjBaV2R2Y25rbE1qSWxNMEVsTWpKa1pXWmhkV3gwSlRJeUpUSkRKVEl5YVdRbE1qSWxNMEVsTWpKcWJYSkZabmR4Y1cxb01qTXdOams0SlRJeUpUZEVKVEpESlRkQ0pUSXlibUZ0WlNVeU1pVXpRU1V5TWlWRk5pVTRPU1U0TUNWRk5pVTVReVU0T1NWRk9DVTRNQ1U0TlNVeU1pVXlReVV5TW5SNWNHVWxNaklsTTBFbE1qSnpkSEpwYm1jbE1qSWxNa01sTWpKMllXeDFaU1V5TWlVelFTVXlNaVV5TWlVeVF5VXlNbU5oZEdWbmIzSjVKVEl5SlROQkpUSXlaR1ZtWVhWc2RDVXlNaVV5UXlVeU1tbGtKVEl5SlROQkpUSXllR2hrUlUxTWJFUm5Zamc0TlRjeU5TVXlNaVUzUkNVeVF5VTNRaVV5TW01aGJXVWxNaklsTTBFbE1qSWxSVGdsUWtZbE9VVWxSVFlsT0VVbFFUVWxNaklsTWtNbE1qSjBlWEJsSlRJeUpUTkJKVEl5YkdsdWF5VXlNaVV5UXlVeU1uWmhiSFZsSlRJeUpUTkJKVEl5SlRJeUpUSkRKVEl5WTJGMFpXZHZjbmtsTWpJbE0wRWxNakprWldaaGRXeDBKVEl5SlRKREpUSXlhV1FsTWpJbE0wRWxNakpHUkZkaFptaEtUMHhLTlRVNU1qWTNKVEl5SlRkRUpUSkRKVGRDSlRJeWJtRnRaU1V5TWlVelFTVXlNaVZGTkNWQ1JTVkNSaVZGTnlWQlF5VkNRU1V5TWlVeVF5VXlNblI1Y0dVbE1qSWxNMEVsTWpKemRISnBibWNsTWpJbE1rTWxNakoyWVd4MVpTVXlNaVV6UVNVeU1pVXlNaVV5UXlVeU1tTmhkR1ZuYjNKNUpUSXlKVE5CSlRJeVpHVm1ZWFZzZENVeU1pVXlReVV5TW1sa0pUSXlKVE5CSlRJeWJGQnRXSFp2V0cxdlVUVXlNak00TUNVeU1pVTNSQ1V5UXlVM1FpVXlNbTVoYldVbE1qSWxNMEVsTWpJbFJUWWxPRGdsT1RBbFJUWWxPVU1sUVVNbE1qSWxNa01sTWpKMGVYQmxKVEl5SlROQkpUSXliblZ0WW1WeUpUSXlKVEpESlRJeWRtRnNkV1VsTWpJbE0wRWxNaklsTWpJbE1rTWxNakpqWVhSbFoyOXllU1V5TWlVelFTVXlNbVJsWm1GMWJIUWxNaklsTWtNbE1qSnBaQ1V5TWlVelFTVXlNbVprVFUxTGFrRmFUVlU1TXpBME5EQWxNaklsTjBRbE1rTWxOMElsTWpKdVlXMWxKVEl5SlROQkpUSXlKVVUySlRrM0pVSTJKVVU1SlRrM0pVSTBKVEl5SlRKREpUSXlkSGx3WlNVeU1pVXpRU1V5TW01MWJXSmxjaVV5TWlVeVF5VXlNblpoYkhWbEpUSXlKVE5CSlRJeUpUSXlKVEpESlRJeVkyRjBaV2R2Y25rbE1qSWxNMEVsTWpKa1pXWmhkV3gwSlRJeUpUSkRKVEl5YVdRbE1qSWxNMEVsTWpKelEydFhUVzUwVkZORE9EQTFNek01SlRJeUpUZEVKVEpESlRkQ0pUSXlibUZ0WlNVeU1pVXpRU1V5TWlWRk9TVTRNeVZCT0NWRk9TVTVOeVZCT0NVeU1pVXlReVV5TW5SNWNHVWxNaklsTTBFbE1qSnpkSEpwYm1jbE1qSWxNa01sTWpKMllXeDFaU1V5TWlVelFTVXlNaVV5TWlVeVF5VXlNbU5oZEdWbmIzSjVKVEl5SlROQkpUSXlaR1ZtWVhWc2RDVXlNaVV5UXlVeU1tbGtKVEl5SlROQkpUSXlVVWR6V205NldIQm9ZalF4T0RVME5pVXlNaVUzUkNVeVF5VTNRaVV5TW01aGJXVWxNaklsTTBFbE1qSWxSVGdsUWtVbE9UTWxSVFVsT0RVbFFUVWxNaklsTWtNbE1qSjBlWEJsSlRJeUpUTkJKVEl5YzNSeWFXNW5KVEl5SlRKREpUSXlkbUZzZFdVbE1qSWxNMEVsTWpJbE1qSWxNa01sTWpKallYUmxaMjl5ZVNVeU1pVXpRU1V5TW1SbFptRjFiSFFsTWpJbE1rTWxNakpwWkNVeU1pVXpRU1V5TW1kTlVucExWVWxQVWxJMk56VTRNRGtsTWpJbE4wUWxNa01sTjBJbE1qSnVZVzFsSlRJeUpUTkJKVEl5SlVVNEpVSkZKVGt6SlVVMUpUZzNKVUpCSlRJeUpUSkRKVEl5ZEhsd1pTVXlNaVV6UVNVeU1uTjBjbWx1WnlVeU1pVXlReVV5TW5aaGJIVmxKVEl5SlROQkpUSXlKVEl5SlRKREpUSXlZMkYwWldkdmNua2xNaklsTTBFbE1qSmtaV1poZFd4MEpUSXlKVEpESlRJeWFXUWxNaklsTTBFbE1qSnVaVVJvYVdwQmQwbG5OVGcwTnpnMkpUSXlKVGRFSlRKREpUZENKVEl5Ym1GdFpTVXlNaVV6UVNVeU1pVkZPU1ZCTXlVNFJTVkZPU1U1T1NWQk9TVXlNaVV5UXlVeU1uUjVjR1VsTWpJbE0wRWxNakp6ZEhKcGJtY2xNaklsTWtNbE1qSjJZV3gxWlNVeU1pVXpRU1V5TWlVeU1pVXlReVV5TW1OaGRHVm5iM0o1SlRJeUpUTkJKVEl5WkdWbVlYVnNkQ1V5TWlVeVF5VXlNbWxrSlRJeUpUTkJKVEl5UlZWRlEyVkVXRTFHUkRVeU5qY3pNU1V5TWlVM1JDVXlReVUzUWlVeU1tNWhiV1VsTWpJbE0wRWxNaklsUlRVbFFUUWxPRGNsUlRZbFFqTWxRVGdsTWpJbE1rTWxNakowZVhCbEpUSXlKVE5CSlRJeWMzUnlhVzVuSlRJeUpUSkRKVEl5ZG1Gc2RXVWxNaklsTTBFbE1qSWxNaklsTWtNbE1qSmpZWFJsWjI5eWVTVXlNaVV6UVNVeU1tUmxabUYxYkhRbE1qSWxNa01sTWpKcFpDVXlNaVV6UVNVeU1tMUVSV3BUVGxOMWVtRTBNelV3TmpjbE1qSWxOMFFsTlVRbE1rTWxNakp3Y205d2N5VXlNaVV6UVNVM1FpVXlNbmdsTWpJbE0wRXlOakVsTWtNbE1qSjVKVEl5SlROQk5Ua2xNa01sTWpKM0pUSXlKVE5CTVRBd0pUSkRKVEl5YUNVeU1pVXpRVFE1SlRKREpUSXllbWx1WkdWNEpUSXlKVE5CTVNVeVF5VXlNbUZ1WjJ4bEpUSXlKVE5CTUNVM1JDVXlReVV5TW5Ob1lYQmxVM1I1YkdVbE1qSWxNMEVsTjBJbE1qSmhiSEJvWVNVeU1pVXpRVEVsTjBRbE1rTWxNakpzYVc1bFUzUjViR1VsTWpJbE0wRWxOMElsTWpKc2FXNWxWMmxrZEdnbE1qSWxNMEV4TGpVbE4wUWxNa01sTWpKbWFXeHNVM1I1YkdVbE1qSWxNMEVsTjBJbE4wUWxNa01sTWpKMGFHVnRaU1V5TWlVelFTVTNRaVUzUkNVeVF5VXlNbkJoZEdnbE1qSWxNMEVsTlVJbE4wSWxNakpoWTNScGIyNXpKVEl5SlROQkpUVkNKVGRDSlRJeVlXTjBhVzl1SlRJeUpUTkJKVEl5Ylc5MlpTVXlNaVV5UXlVeU1uZ2xNaklsTTBFbE1qSk5ZWFJvTG0xcGJpaDNKVEpEYUNrbE1rWXpKVEl5SlRKREpUSXllU1V5TWlVelFTVXlNakFsTWpJbE4wUWxNa01sTjBJbE1qSmhZM1JwYjI0bE1qSWxNMEVsTWpKc2FXNWxKVEl5SlRKREpUSXllQ1V5TWlVelFTVXlNbmN0VFdGMGFDNXRhVzRvZHlVeVEyZ3BKVEpHTXlVeU1pVXlReVV5TW5rbE1qSWxNMEVsTWpJd0pUSXlKVGRFSlRKREpUZENKVEl5WVdOMGFXOXVKVEl5SlROQkpUSXlZM1Z5ZG1VbE1qSWxNa01sTWpKNE1TVXlNaVV6UVNVeU1uY2xNa0pOWVhSb0xtMXBiaWgzSlRKRGFDa2xNa1l6SlRKR015VXlNaVV5UXlVeU1ua3hKVEl5SlROQkpUSXlNQ1V5TWlVeVF5VXlNbmd5SlRJeUpUTkJKVEl5ZHlVeVFrMWhkR2d1YldsdUtIY2xNa05vS1NVeVJqTWxNa1l6SlRJeUpUSkRKVEl5ZVRJbE1qSWxNMEVsTWpKb0pUSXlKVEpESlRJeWVDVXlNaVV6UVNVeU1uY3RUV0YwYUM1dGFXNG9keVV5UTJncEpUSkdNeVV5TWlVeVF5VXlNbmtsTWpJbE0wRWxNakpvSlRJeUpUZEVKVEpESlRkQ0pUSXlZV04wYVc5dUpUSXlKVE5CSlRJeWJHbHVaU1V5TWlVeVF5VXlNbmdsTWpJbE0wRWxNakpOWVhSb0xtMXBiaWgzSlRKRGFDa2xNa1l6SlRJeUpUSkRKVEl5ZVNVeU1pVXpRU1V5TW1nbE1qSWxOMFFsTWtNbE4wSWxNakpoWTNScGIyNGxNaklsTTBFbE1qSmpkWEoyWlNVeU1pVXlReVV5TW5neEpUSXlKVE5CSlRJeUxVMWhkR2d1YldsdUtIY2xNa05vS1NVeVJqTWxNa1l6SlRJeUpUSkRKVEl5ZVRFbE1qSWxNMEVsTWpKb0pUSXlKVEpESlRJeWVESWxNaklsTTBFbE1qSXRUV0YwYUM1dGFXNG9keVV5UTJncEpUSkdNeVV5UmpNbE1qSWxNa01sTWpKNU1pVXlNaVV6UVNVeU1qQWxNaklsTWtNbE1qSjRKVEl5SlROQkpUSXlUV0YwYUM1dGFXNG9keVV5UTJncEpUSkdNeVV5TWlVeVF5VXlNbmtsTWpJbE0wRWxNakl3SlRJeUpUZEVKVEpESlRkQ0pUSXlZV04wYVc5dUpUSXlKVE5CSlRJeVkyeHZjMlVsTWpJbE4wUWxOVVFsTjBRbE5VUWxNa01sTWpKbWIyNTBVM1I1YkdVbE1qSWxNMEVsTjBJbE1qSmliMnhrSlRJeUpUTkJkSEoxWlNVM1JDVXlReVV5TW5SbGVIUkNiRzlqYXlVeU1pVXpRU1UxUWlVM1FpVXlNbkJ2YzJsMGFXOXVKVEl5SlROQkpUZENKVEl5ZUNVeU1pVXpRVEV3SlRKREpUSXllU1V5TWlVelFUQWxNa01sTWpKM0pUSXlKVE5CSlRJeWR5MHlNQ1V5TWlVeVF5VXlNbWdsTWpJbE0wRWxNakpvSlRJeUpUZEVKVEpESlRJeWRHVjRkQ1V5TWlVelFTVXlNaVZGTlNWQ1F5VTRNQ1ZGTlNWQk55VTRRaVV5TWlVM1JDVTFSQ1V5UXlVeU1tRnVZMmh2Y25NbE1qSWxNMEVsTlVJbE4wSWxNako0SlRJeUpUTkJKVEl5ZHlVeVJqSWxNaklsTWtNbE1qSjVKVEl5SlROQkpUSXlNQ1V5TWlVM1JDVXlReVUzUWlVeU1uZ2xNaklsTTBFbE1qSjNKVEpHTWlVeU1pVXlReVV5TW5rbE1qSWxNMEVsTWpKb0pUSXlKVGRFSlRKREpUZENKVEl5ZUNVeU1pVXpRU1V5TWpBbE1qSWxNa01sTWpKNUpUSXlKVE5CSlRJeWFDVXlSaklsTWpJbE4wUWxNa01sTjBJbE1qSjRKVEl5SlROQkpUSXlkeVV5TWlVeVF5VXlNbmtsTWpJbE0wRWxNakpvSlRKR01pVXlNaVUzUkNVMVJDVTNSQ1V5UXlVeU1tSjBSVkpzYm5oa1NrWXhNVEV5TXpVbE1qSWxNMEVsTjBJbE1qSnBaQ1V5TWlVelFTVXlNbUowUlZKc2JuaGtTa1l4TVRFeU16VWxNaklsTWtNbE1qSnVZVzFsSlRJeUpUTkJKVEl5Y0hKdlkyVnpjeVV5TWlVeVF5VXlNblJwZEd4bEpUSXlKVE5CSlRJeUpVVTJKVUkxSlRneEpVVTNKVUU0SlRoQ0pUSXlKVEpESlRJeVkyRjBaV2R2Y25rbE1qSWxNMEVsTWpKbWJHOTNKVEl5SlRKREpUSXlaM0p2ZFhBbE1qSWxNMEVsTWpJbE1qSWxNa01sTWpKbmNtOTFjRTVoYldVbE1qSWxNMEZ1ZFd4c0pUSkRKVEl5Ykc5amEyVmtKVEl5SlROQlptRnNjMlVsTWtNbE1qSnNhVzVySlRJeUpUTkJKVEl5SlRJeUpUSkRKVEl5WTJocGJHUnlaVzRsTWpJbE0wRWxOVUlsTlVRbE1rTWxNakp3WVhKbGJuUWxNaklsTTBFbE1qSWxNaklsTWtNbE1qSnlaWE5wZW1WRWFYSWxNaklsTTBFbE5VSWxNakowYkNVeU1pVXlReVV5TW5SeUpUSXlKVEpESlRJeVluSWxNaklsTWtNbE1qSmliQ1V5TWlVeVF5VXlNbXdsTWpJbE1rTWxNakowSlRJeUpUSkRKVEl5Y2lVeU1pVXlReVV5TW1JbE1qSWxOVVFsTWtNbE1qSmhkSFJ5YVdKMWRHVWxNaklsTTBFbE4wSWxNakpqYjI1MFlXbHVaWElsTWpJbE0wRm1ZV3h6WlNVeVF5VXlNblpwYzJsaWJHVWxNaklsTTBGMGNuVmxKVEpESlRJeWNtOTBZWFJoWW14bEpUSXlKVE5CZEhKMVpTVXlReVV5TW14cGJtdGhZbXhsSlRJeUpUTkJkSEoxWlNVeVF5VXlNbU52Ykd4aGNITmhZbXhsSlRJeUpUTkJabUZzYzJVbE1rTWxNakpqYjJ4c1lYQnpaV1FsTWpJbE0wRm1ZV3h6WlNVeVF5VXlNbVpwZUdWa1RHbHVheVV5TWlVelFXWmhiSE5sSlRKREpUSXliV0Z5YTJWeVQyWm1jMlYwSlRJeUpUTkJOU1UzUkNVeVF5VXlNbVJoZEdGQmRIUnlhV0oxZEdWekpUSXlKVE5CSlRWQ0pUZENKVEl5Ym1GdFpTVXlNaVV6UVNVeU1pVkZOU1ZDUVNVNFJpVkZOU1U0UmlWQ055VXlNaVV5UXlVeU1uUjVjR1VsTWpJbE0wRWxNakp1ZFcxaVpYSWxNaklsTWtNbE1qSjJZV3gxWlNVeU1pVXpRU1V5TWlVeU1pVXlReVV5TW1OaGRHVm5iM0o1SlRJeUpUTkJKVEl5WkdWbVlYVnNkQ1V5TWlVeVF5VXlNbWxrSlRJeUpUTkJKVEl5WkZSd1dsTkljMGwwUkRnek1qRXpNaVV5TWlVM1JDVXlReVUzUWlVeU1tNWhiV1VsTWpJbE0wRWxNaklsUlRVbE9UQWxPRVFsUlRjbFFUY2xRakFsTWpJbE1rTWxNakowZVhCbEpUSXlKVE5CSlRJeWMzUnlhVzVuSlRJeUpUSkRKVEl5ZG1Gc2RXVWxNaklsTTBFbE1qSWxNaklsTWtNbE1qSmpZWFJsWjI5eWVTVXlNaVV6UVNVeU1tUmxabUYxYkhRbE1qSWxNa01sTWpKcFpDVXlNaVV6UVNVeU1uTkphM1paZEdaU2MzQXhPVFl5TVRrbE1qSWxOMFFsTWtNbE4wSWxNakp1WVcxbEpUSXlKVE5CSlRJeUpVVTJKVGc1SlRnd0pVVTJKVGxESlRnNUpVVTRKVGd3SlRnMUpUSXlKVEpESlRJeWRIbHdaU1V5TWlVelFTVXlNbk4wY21sdVp5VXlNaVV5UXlVeU1uWmhiSFZsSlRJeUpUTkJKVEl5SlRJeUpUSkRKVEl5WTJGMFpXZHZjbmtsTWpJbE0wRWxNakprWldaaGRXeDBKVEl5SlRKREpUSXlhV1FsTWpJbE0wRWxNakpyUWtaeGQySkJVMFJSTnpZNE9URTRKVEl5SlRkRUpUSkRKVGRDSlRJeWJtRnRaU1V5TWlVelFTVXlNaVZGT0NWQ1JpVTVSU1ZGTmlVNFJTVkJOU1V5TWlVeVF5VXlNblI1Y0dVbE1qSWxNMEVsTWpKc2FXNXJKVEl5SlRKREpUSXlkbUZzZFdVbE1qSWxNMEVsTWpJbE1qSWxNa01sTWpKallYUmxaMjl5ZVNVeU1pVXpRU1V5TW1SbFptRjFiSFFsTWpJbE1rTWxNakpwWkNVeU1pVXpRU1V5TWxKQ2FrNUthMFp4YldrNU9UUTFOelVsTWpJbE4wUWxNa01sTjBJbE1qSnVZVzFsSlRJeUpUTkJKVEl5SlVVMEpVSkZKVUpHSlVVM0pVRkRKVUpCSlRJeUpUSkRKVEl5ZEhsd1pTVXlNaVV6UVNVeU1uTjBjbWx1WnlVeU1pVXlReVV5TW5aaGJIVmxKVEl5SlROQkpUSXlKVEl5SlRKREpUSXlZMkYwWldkdmNua2xNaklsTTBFbE1qSmtaV1poZFd4MEpUSXlKVEpESlRJeWFXUWxNaklsTTBFbE1qSk1ibWx2VjJSbVprcElNelV4TkRJeEpUSXlKVGRFSlRKREpUZENKVEl5Ym1GdFpTVXlNaVV6UVNVeU1pVkZOaVU0T0NVNU1DVkZOaVU1UXlWQlF5VXlNaVV5UXlVeU1uUjVjR1VsTWpJbE0wRWxNakp1ZFcxaVpYSWxNaklsTWtNbE1qSjJZV3gxWlNVeU1pVXpRU1V5TWlVeU1pVXlReVV5TW1OaGRHVm5iM0o1SlRJeUpUTkJKVEl5WkdWbVlYVnNkQ1V5TWlVeVF5VXlNbWxrSlRJeUpUTkJKVEl5ZDFoSFpGSkRkMWhEUkRJd05UTTROU1V5TWlVM1JDVXlReVUzUWlVeU1tNWhiV1VsTWpJbE0wRWxNaklsUlRZbE9UY2xRallsUlRrbE9UY2xRalFsTWpJbE1rTWxNakowZVhCbEpUSXlKVE5CSlRJeWJuVnRZbVZ5SlRJeUpUSkRKVEl5ZG1Gc2RXVWxNaklsTTBFbE1qSWxNaklsTWtNbE1qSmpZWFJsWjI5eWVTVXlNaVV6UVNVeU1tUmxabUYxYkhRbE1qSWxNa01sTWpKcFpDVXlNaVV6UVNVeU1tbFRXa05sZEVoVmRXNDJPRE01TXpFbE1qSWxOMFFsTWtNbE4wSWxNakp1WVcxbEpUSXlKVE5CSlRJeUpVVTVKVGd6SlVFNEpVVTVKVGszSlVFNEpUSXlKVEpESlRJeWRIbHdaU1V5TWlVelFTVXlNbk4wY21sdVp5VXlNaVV5UXlVeU1uWmhiSFZsSlRJeUpUTkJKVEl5SlRJeUpUSkRKVEl5WTJGMFpXZHZjbmtsTWpJbE0wRWxNakprWldaaGRXeDBKVEl5SlRKREpUSXlhV1FsTWpJbE0wRWxNakpOYW1KTmQySjVkVTVHTXprM05ESXpKVEl5SlRkRUpUSkRKVGRDSlRJeWJtRnRaU1V5TWlVelFTVXlNaVZGT0NWQ1JTVTVNeVZGTlNVNE5TVkJOU1V5TWlVeVF5VXlNblI1Y0dVbE1qSWxNMEVsTWpKemRISnBibWNsTWpJbE1rTWxNakoyWVd4MVpTVXlNaVV6UVNVeU1pVXlNaVV5UXlVeU1tTmhkR1ZuYjNKNUpUSXlKVE5CSlRJeVpHVm1ZWFZzZENVeU1pVXlReVV5TW1sa0pUSXlKVE5CSlRJeVRHTnhjMU5vUTJWdFVUUTJOakUyTlNVeU1pVTNSQ1V5UXlVM1FpVXlNbTVoYldVbE1qSWxNMEVsTWpJbFJUZ2xRa1VsT1RNbFJUVWxPRGNsUWtFbE1qSWxNa01sTWpKMGVYQmxKVEl5SlROQkpUSXljM1J5YVc1bkpUSXlKVEpESlRJeWRtRnNkV1VsTWpJbE0wRWxNaklsTWpJbE1rTWxNakpqWVhSbFoyOXllU1V5TWlVelFTVXlNbVJsWm1GMWJIUWxNaklsTWtNbE1qSnBaQ1V5TWlVelFTVXlNbTlJZEdSWWJteFVUbWcwTXpFM01EVWxNaklsTjBRbE1rTWxOMElsTWpKdVlXMWxKVEl5SlROQkpUSXlKVVU1SlVFekpUaEZKVVU1SlRrNUpVRTVKVEl5SlRKREpUSXlkSGx3WlNVeU1pVXpRU1V5TW5OMGNtbHVaeVV5TWlVeVF5VXlNblpoYkhWbEpUSXlKVE5CSlRJeUpUSXlKVEpESlRJeVkyRjBaV2R2Y25rbE1qSWxNMEVsTWpKa1pXWmhkV3gwSlRJeUpUSkRKVEl5YVdRbE1qSWxNMEVsTWpKc1NXcENZMmhKY0hwNU1USTRNek0wSlRJeUpUZEVKVEpESlRkQ0pUSXlibUZ0WlNVeU1pVXpRU1V5TWlWRk5TVkJOQ1U0TnlWRk5pVkNNeVZCT0NVeU1pVXlReVV5TW5SNWNHVWxNaklsTTBFbE1qSnpkSEpwYm1jbE1qSWxNa01sTWpKMllXeDFaU1V5TWlVelFTVXlNaVV5TWlVeVF5VXlNbU5oZEdWbmIzSjVKVEl5SlROQkpUSXlaR1ZtWVhWc2RDVXlNaVV5UXlVeU1tbGtKVEl5SlROQkpUSXlTazVzY25OU2JIUkVjVEExTWpFMU55VXlNaVUzUkNVMVJDVXlReVV5TW5CeWIzQnpKVEl5SlROQkpUZENKVEl5ZUNVeU1pVXpRVEkyTVNVeVF5VXlNbmtsTWpJbE0wRXlNamdsTWtNbE1qSjNKVEl5SlROQk1UQXdKVEpESlRJeWFDVXlNaVV6UVRjd0pUSkRKVEl5ZW1sdVpHVjRKVEl5SlROQk15VXlReVV5TW1GdVoyeGxKVEl5SlROQk1DVTNSQ1V5UXlVeU1uTm9ZWEJsVTNSNWJHVWxNaklsTTBFbE4wSWxNakpoYkhCb1lTVXlNaVV6UVRFbE4wUWxNa01sTWpKc2FXNWxVM1I1YkdVbE1qSWxNMEVsTjBJbE1qSnNhVzVsVjJsa2RHZ2xNaklsTTBFeExqVWxOMFFsTWtNbE1qSm1hV3hzVTNSNWJHVWxNaklsTTBFbE4wSWxOMFFsTWtNbE1qSjBhR1Z0WlNVeU1pVXpRU1UzUWlVM1JDVXlReVV5TW5CaGRHZ2xNaklsTTBFbE5VSWxOMElsTWpKaFkzUnBiMjV6SlRJeUpUTkJKVFZDSlRkQ0pUSXlZV04wYVc5dUpUSXlKVE5CSlRJeWJXOTJaU1V5TWlVeVF5VXlNbmdsTWpJbE0wRWxNakl3SlRJeUpUSkRKVEl5ZVNVeU1pVXpRU1V5TWpBbE1qSWxOMFFsTWtNbE4wSWxNakpoWTNScGIyNGxNaklsTTBFbE1qSnNhVzVsSlRJeUpUSkRKVEl5ZUNVeU1pVXpRU1V5TW5jbE1qSWxNa01sTWpKNUpUSXlKVE5CSlRJeU1DVXlNaVUzUkNVeVF5VTNRaVV5TW1GamRHbHZiaVV5TWlVelFTVXlNbXhwYm1VbE1qSWxNa01sTWpKNEpUSXlKVE5CSlRJeWR5VXlNaVV5UXlVeU1ua2xNaklsTTBFbE1qSm9KVEl5SlRkRUpUSkRKVGRDSlRJeVlXTjBhVzl1SlRJeUpUTkJKVEl5YkdsdVpTVXlNaVV5UXlVeU1uZ2xNaklsTTBFbE1qSXdKVEl5SlRKREpUSXllU1V5TWlVelFTVXlNbWdsTWpJbE4wUWxNa01sTjBJbE1qSmhZM1JwYjI0bE1qSWxNMEVsTWpKamJHOXpaU1V5TWlVM1JDVTFSQ1UzUkNVMVJDVXlReVV5TW1admJuUlRkSGxzWlNVeU1pVXpRU1UzUWlVeU1tSnZiR1FsTWpJbE0wRjBjblZsSlRkRUpUSkRKVEl5ZEdWNGRFSnNiMk5ySlRJeUpUTkJKVFZDSlRkQ0pUSXljRzl6YVhScGIyNGxNaklsTTBFbE4wSWxNako0SlRJeUpUTkJNVEFsTWtNbE1qSjVKVEl5SlROQk1DVXlReVV5TW5jbE1qSWxNMEVsTWpKM0xUSXdKVEl5SlRKREpUSXlhQ1V5TWlVelFTVXlNbWdsTWpJbE4wUWxNa01sTWpKMFpYaDBKVEl5SlROQkpUSXlKVVUxSlRnMUpVRkRKVVUxSlVKREpUaEdKVVUySlVFd0pUZzNKVVUySlVJekpVRTRKVEl5SlRkRUpUVkVKVEpESlRJeVlXNWphRzl5Y3lVeU1pVXpRU1UxUWlVM1FpVXlNbmdsTWpJbE0wRWxNakozSlRKR01pVXlNaVV5UXlVeU1ua2xNaklsTTBFbE1qSXdKVEl5SlRkRUpUSkRKVGRDSlRJeWVDVXlNaVV6UVNVeU1uY2xNa1l5SlRJeUpUSkRKVEl5ZVNVeU1pVXpRU1V5TW1nbE1qSWxOMFFsTWtNbE4wSWxNako0SlRJeUpUTkJKVEl5TUNVeU1pVXlReVV5TW5rbE1qSWxNMEVsTWpKb0pUSkdNaVV5TWlVM1JDVXlReVUzUWlVeU1uZ2xNaklsTTBFbE1qSjNKVEl5SlRKREpUSXllU1V5TWlVelFTVXlNbWdsTWtZeUpUSXlKVGRFSlRWRUpUZEVKVEpESlRJeVZrTjNXbEZRVkdSTGNUZzJOREU1TkNVeU1pVXpRU1UzUWlVeU1tbGtKVEl5SlROQkpUSXlWa04zV2xGUVZHUkxjVGcyTkRFNU5DVXlNaVV5UXlVeU1tNWhiV1VsTWpJbE0wRWxNakp3Y205alpYTnpKVEl5SlRKREpUSXlkR2wwYkdVbE1qSWxNMEVsTWpJbFJUWWxRalVsT0RFbFJUY2xRVGdsT0VJbE1qSWxNa01sTWpKallYUmxaMjl5ZVNVeU1pVXpRU1V5TW1ac2IzY2xNaklsTWtNbE1qSm5jbTkxY0NVeU1pVXpRU1V5TWlVeU1pVXlReVV5TW1keWIzVndUbUZ0WlNVeU1pVXpRVzUxYkd3bE1rTWxNakpzYjJOclpXUWxNaklsTTBGbVlXeHpaU1V5UXlVeU1teHBibXNsTWpJbE0wRWxNaklsTWpJbE1rTWxNakpqYUdsc1pISmxiaVV5TWlVelFTVTFRaVUxUkNVeVF5VXlNbkJoY21WdWRDVXlNaVV6UVNVeU1pVXlNaVV5UXlVeU1uSmxjMmw2WlVScGNpVXlNaVV6UVNVMVFpVXlNblJzSlRJeUpUSkRKVEl5ZEhJbE1qSWxNa01sTWpKaWNpVXlNaVV5UXlVeU1tSnNKVEl5SlRKREpUSXliQ1V5TWlVeVF5VXlNblFsTWpJbE1rTWxNakp5SlRJeUpUSkRKVEl5WWlVeU1pVTFSQ1V5UXlVeU1tRjBkSEpwWW5WMFpTVXlNaVV6UVNVM1FpVXlNbU52Ym5SaGFXNWxjaVV5TWlVelFXWmhiSE5sSlRKREpUSXlkbWx6YVdKc1pTVXlNaVV6UVhSeWRXVWxNa01sTWpKeWIzUmhkR0ZpYkdVbE1qSWxNMEYwY25WbEpUSkRKVEl5YkdsdWEyRmliR1VsTWpJbE0wRjBjblZsSlRKREpUSXlZMjlzYkdGd2MyRmliR1VsTWpJbE0wRm1ZV3h6WlNVeVF5VXlNbU52Ykd4aGNITmxaQ1V5TWlVelFXWmhiSE5sSlRKREpUSXlabWw0WldSTWFXNXJKVEl5SlROQlptRnNjMlVsTWtNbE1qSnRZWEpyWlhKUFptWnpaWFFsTWpJbE0wRTFKVGRFSlRKREpUSXlaR0YwWVVGMGRISnBZblYwWlhNbE1qSWxNMEVsTlVJbE4wSWxNakp1WVcxbEpUSXlKVE5CSlRJeUpVVTFKVUpCSlRoR0pVVTFKVGhHSlVJM0pUSXlKVEpESlRJeWRIbHdaU1V5TWlVelFTVXlNbTUxYldKbGNpVXlNaVV5UXlVeU1uWmhiSFZsSlRJeUpUTkJKVEl5SlRJeUpUSkRKVEl5WTJGMFpXZHZjbmtsTWpJbE0wRWxNakprWldaaGRXeDBKVEl5SlRKREpUSXlhV1FsTWpJbE0wRWxNakp3WTJ4T2MwVkJVWFIyTURZMU56UTRKVEl5SlRkRUpUSkRKVGRDSlRJeWJtRnRaU1V5TWlVelFTVXlNaVZGTlNVNU1DVTRSQ1ZGTnlWQk55VkNNQ1V5TWlVeVF5VXlNblI1Y0dVbE1qSWxNMEVsTWpKemRISnBibWNsTWpJbE1rTWxNakoyWVd4MVpTVXlNaVV6UVNVeU1pVXlNaVV5UXlVeU1tTmhkR1ZuYjNKNUpUSXlKVE5CSlRJeVpHVm1ZWFZzZENVeU1pVXlReVV5TW1sa0pUSXlKVE5CSlRJeVMzbFhhME5SYm5sUFp6WXhPREl5TXlVeU1pVTNSQ1V5UXlVM1FpVXlNbTVoYldVbE1qSWxNMEVsTWpJbFJUWWxPRGtsT0RBbFJUWWxPVU1sT0RrbFJUZ2xPREFsT0RVbE1qSWxNa01sTWpKMGVYQmxKVEl5SlROQkpUSXljM1J5YVc1bkpUSXlKVEpESlRJeWRtRnNkV1VsTWpJbE0wRWxNaklsTWpJbE1rTWxNakpqWVhSbFoyOXllU1V5TWlVelFTVXlNbVJsWm1GMWJIUWxNaklsTWtNbE1qSnBaQ1V5TWlVelFTVXlNbFJJYlVwcFozcGxSRzB3TVRnNE56UWxNaklsTjBRbE1rTWxOMElsTWpKdVlXMWxKVEl5SlROQkpUSXlKVVU0SlVKR0pUbEZKVVUySlRoRkpVRTFKVEl5SlRKREpUSXlkSGx3WlNVeU1pVXpRU1V5TW14cGJtc2xNaklsTWtNbE1qSjJZV3gxWlNVeU1pVXpRU1V5TWlVeU1pVXlReVV5TW1OaGRHVm5iM0o1SlRJeUpUTkJKVEl5WkdWbVlYVnNkQ1V5TWlVeVF5VXlNbWxrSlRJeUpUTkJKVEl5VjI5TmNFVkJiMEZNZHpJMU1UUTBNQ1V5TWlVM1JDVXlReVUzUWlVeU1tNWhiV1VsTWpJbE0wRWxNaklsUlRRbFFrVWxRa1lsUlRjbFFVTWxRa0VsTWpJbE1rTWxNakowZVhCbEpUSXlKVE5CSlRJeWMzUnlhVzVuSlRJeUpUSkRKVEl5ZG1Gc2RXVWxNaklsTTBFbE1qSWxNaklsTWtNbE1qSmpZWFJsWjI5eWVTVXlNaVV6UVNVeU1tUmxabUYxYkhRbE1qSWxNa01sTWpKcFpDVXlNaVV6UVNVeU1uWmlkR2xMY0U1VFkyc3pOVFV6TnpJbE1qSWxOMFFsTWtNbE4wSWxNakp1WVcxbEpUSXlKVE5CSlRJeUpVVTJKVGc0SlRrd0pVVTJKVGxESlVGREpUSXlKVEpESlRJeWRIbHdaU1V5TWlVelFTVXlNbTUxYldKbGNpVXlNaVV5UXlVeU1uWmhiSFZsSlRJeUpUTkJKVEl5SlRJeUpUSkRKVEl5WTJGMFpXZHZjbmtsTWpJbE0wRWxNakprWldaaGRXeDBKVEl5SlRKREpUSXlhV1FsTWpJbE0wRWxNakpoWjIxbGJFMXNVa3RuTkRRM016RTNKVEl5SlRkRUpUSkRKVGRDSlRJeWJtRnRaU1V5TWlVelFTVXlNaVZGTmlVNU55VkNOaVZGT1NVNU55VkNOQ1V5TWlVeVF5VXlNblI1Y0dVbE1qSWxNMEVsTWpKdWRXMWlaWElsTWpJbE1rTWxNakoyWVd4MVpTVXlNaVV6UVNVeU1pVXlNaVV5UXlVeU1tTmhkR1ZuYjNKNUpUSXlKVE5CSlRJeVpHVm1ZWFZzZENVeU1pVXlReVV5TW1sa0pUSXlKVE5CSlRJeVltbFNlbmRHVjJKNFNETTNOemMxTkNVeU1pVTNSQ1V5UXlVM1FpVXlNbTVoYldVbE1qSWxNMEVsTWpJbFJUa2xPRE1sUVRnbFJUa2xPVGNsUVRnbE1qSWxNa01sTWpKMGVYQmxKVEl5SlROQkpUSXljM1J5YVc1bkpUSXlKVEpESlRJeWRtRnNkV1VsTWpJbE0wRWxNaklsTWpJbE1rTWxNakpqWVhSbFoyOXllU1V5TWlVelFTVXlNbVJsWm1GMWJIUWxNaklsTWtNbE1qSnBaQ1V5TWlVelFTVXlNa2RIYkdsQ1JuZFBVR281TXprMU9EUWxNaklsTjBRbE1rTWxOMElsTWpKdVlXMWxKVEl5SlROQkpUSXlKVVU0SlVKRkpUa3pKVVUxSlRnMUpVRTFKVEl5SlRKREpUSXlkSGx3WlNVeU1pVXpRU1V5TW5OMGNtbHVaeVV5TWlVeVF5VXlNblpoYkhWbEpUSXlKVE5CSlRJeUpUSXlKVEpESlRJeVkyRjBaV2R2Y25rbE1qSWxNMEVsTWpKa1pXWmhkV3gwSlRJeUpUSkRKVEl5YVdRbE1qSWxNMEVsTWpKc1JVOVFTVzlwYkhaWU9UUTROak0wSlRJeUpUZEVKVEpESlRkQ0pUSXlibUZ0WlNVeU1pVXpRU1V5TWlWRk9DVkNSU1U1TXlWRk5TVTROeVZDUVNVeU1pVXlReVV5TW5SNWNHVWxNaklsTTBFbE1qSnpkSEpwYm1jbE1qSWxNa01sTWpKMllXeDFaU1V5TWlVelFTVXlNaVV5TWlVeVF5VXlNbU5oZEdWbmIzSjVKVEl5SlROQkpUSXlaR1ZtWVhWc2RDVXlNaVV5UXlVeU1tbGtKVEl5SlROQkpUSXliRVJ5V25CTVFrRnpkamM1T1RneE55VXlNaVUzUkNVeVF5VTNRaVV5TW01aGJXVWxNaklsTTBFbE1qSWxSVGtsUVRNbE9FVWxSVGtsT1RrbFFUa2xNaklsTWtNbE1qSjBlWEJsSlRJeUpUTkJKVEl5YzNSeWFXNW5KVEl5SlRKREpUSXlkbUZzZFdVbE1qSWxNMEVsTWpJbE1qSWxNa01sTWpKallYUmxaMjl5ZVNVeU1pVXpRU1V5TW1SbFptRjFiSFFsTWpJbE1rTWxNakpwWkNVeU1pVXpRU1V5TWxadWRrcGlURXRwYVdRM05USXpPVElsTWpJbE4wUWxNa01sTjBJbE1qSnVZVzFsSlRJeUpUTkJKVEl5SlVVMUpVRTBKVGczSlVVMkpVSXpKVUU0SlRJeUpUSkRKVEl5ZEhsd1pTVXlNaVV6UVNVeU1uTjBjbWx1WnlVeU1pVXlReVV5TW5aaGJIVmxKVEl5SlROQkpUSXlKVEl5SlRKREpUSXlZMkYwWldkdmNua2xNaklsTTBFbE1qSmtaV1poZFd4MEpUSXlKVEpESlRJeWFXUWxNaklsTTBFbE1qSndjR2hQVWs1YVZsQldNREE1T0RZNUpUSXlKVGRFSlRWRUpUSkRKVEl5Y0hKdmNITWxNaklsTTBFbE4wSWxNako0SlRJeUpUTkJNVGsySlRKREpUSXllU1V5TWlVelFUTXdOeVV5UXlVeU1uY2xNaklsTTBFeE1EQWxNa01sTWpKb0pUSXlKVE5CTnpBbE1rTWxNako2YVc1a1pYZ2xNaklsTTBFMEpUSkRKVEl5WVc1bmJHVWxNaklsTTBFd0pUZEVKVEpESlRJeWMyaGhjR1ZUZEhsc1pTVXlNaVV6UVNVM1FpVXlNbUZzY0doaEpUSXlKVE5CTVNVM1JDVXlReVV5TW14cGJtVlRkSGxzWlNVeU1pVXpRU1UzUWlVeU1teHBibVZYYVdSMGFDVXlNaVV6UVRFdU5TVTNSQ1V5UXlVeU1tWnBiR3hUZEhsc1pTVXlNaVV6UVNVM1FpVTNSQ1V5UXlVeU1uUm9aVzFsSlRJeUpUTkJKVGRDSlRkRUpUSkRKVEl5Y0dGMGFDVXlNaVV6UVNVMVFpVTNRaVV5TW1GamRHbHZibk1sTWpJbE0wRWxOVUlsTjBJbE1qSmhZM1JwYjI0bE1qSWxNMEVsTWpKdGIzWmxKVEl5SlRKREpUSXllQ1V5TWlVelFTVXlNakFsTWpJbE1rTWxNako1SlRJeUpUTkJKVEl5TUNVeU1pVTNSQ1V5UXlVM1FpVXlNbUZqZEdsdmJpVXlNaVV6UVNVeU1teHBibVVsTWpJbE1rTWxNako0SlRJeUpUTkJKVEl5ZHlVeU1pVXlReVV5TW5rbE1qSWxNMEVsTWpJd0pUSXlKVGRFSlRKREpUZENKVEl5WVdOMGFXOXVKVEl5SlROQkpUSXliR2x1WlNVeU1pVXlReVV5TW5nbE1qSWxNMEVsTWpKM0pUSXlKVEpESlRJeWVTVXlNaVV6UVNVeU1tZ2xNaklsTjBRbE1rTWxOMElsTWpKaFkzUnBiMjRsTWpJbE0wRWxNakpzYVc1bEpUSXlKVEpESlRJeWVDVXlNaVV6UVNVeU1qQWxNaklsTWtNbE1qSjVKVEl5SlROQkpUSXlhQ1V5TWlVM1JDVXlReVUzUWlVeU1tRmpkR2x2YmlVeU1pVXpRU1V5TW1Oc2IzTmxKVEl5SlRkRUpUVkVKVGRFSlRWRUpUSkRKVEl5Wm05dWRGTjBlV3hsSlRJeUpUTkJKVGRDSlRJeVltOXNaQ1V5TWlVelFYUnlkV1VsTjBRbE1rTWxNakowWlhoMFFteHZZMnNsTWpJbE0wRWxOVUlsTjBJbE1qSndiM05wZEdsdmJpVXlNaVV6UVNVM1FpVXlNbmdsTWpJbE0wRXhNQ1V5UXlVeU1ua2xNaklsTTBFd0pUSkRKVEl5ZHlVeU1pVXpRU1V5TW5jdE1qQWxNaklsTWtNbE1qSm9KVEl5SlROQkpUSXlhQ1V5TWlVM1JDVXlReVV5TW5SbGVIUWxNaklsTTBFbE1qSWxSVGtsT1RjbFFVVWxSVGtsUVRJbE9UZ2xSVFVsT0VZbE9UZ2xSVFlsT0VRbFFUSWxNaklsTjBRbE5VUWxNa01sTWpKaGJtTm9iM0p6SlRJeUpUTkJKVFZDSlRkQ0pUSXllQ1V5TWlVelFTVXlNbmNsTWtZeUpUSXlKVEpESlRJeWVTVXlNaVV6UVNVeU1qQWxNaklsTjBRbE1rTWxOMElsTWpKNEpUSXlKVE5CSlRJeWR5VXlSaklsTWpJbE1rTWxNako1SlRJeUpUTkJKVEl5YUNVeU1pVTNSQ1V5UXlVM1FpVXlNbmdsTWpJbE0wRWxNakl3SlRJeUpUSkRKVEl5ZVNVeU1pVXpRU1V5TW1nbE1rWXlKVEl5SlRkRUpUSkRKVGRDSlRJeWVDVXlNaVV6UVNVeU1uY2xNaklsTWtNbE1qSjVKVEl5SlROQkpUSXlhQ1V5UmpJbE1qSWxOMFFsTlVRbE4wUWxNa01sTWpKTVIyeEtiVlZUWkU5dE1UWTFNVGd3SlRJeUpUTkJKVGRDSlRJeWFXUWxNaklsTTBFbE1qSk1SMnhLYlZWVFpFOXRNVFkxTVRnd0pUSXlKVEpESlRJeWJtRnRaU1V5TWlVelFTVXlNbkJ5YjJObGMzTWxNaklsTWtNbE1qSjBhWFJzWlNVeU1pVXpRU1V5TWlWRk5pVkNOU1U0TVNWRk55VkJPQ1U0UWlVeU1pVXlReVV5TW1OaGRHVm5iM0o1SlRJeUpUTkJKVEl5Wm14dmR5VXlNaVV5UXlVeU1tZHliM1Z3SlRJeUpUTkJKVEl5SlRJeUpUSkRKVEl5WjNKdmRYQk9ZVzFsSlRJeUpUTkJiblZzYkNVeVF5VXlNbXh2WTJ0bFpDVXlNaVV6UVdaaGJITmxKVEpESlRJeWJHbHVheVV5TWlVelFTVXlNaVV5TWlVeVF5VXlNbU5vYVd4a2NtVnVKVEl5SlROQkpUVkNKVFZFSlRKREpUSXljR0Z5Wlc1MEpUSXlKVE5CSlRJeUpUSXlKVEpESlRJeWNtVnphWHBsUkdseUpUSXlKVE5CSlRWQ0pUSXlkR3dsTWpJbE1rTWxNakowY2lVeU1pVXlReVV5TW1KeUpUSXlKVEpESlRJeVltd2xNaklsTWtNbE1qSnNKVEl5SlRKREpUSXlkQ1V5TWlVeVF5VXlNbklsTWpJbE1rTWxNakppSlRJeUpUVkVKVEpESlRJeVlYUjBjbWxpZFhSbEpUSXlKVE5CSlRkQ0pUSXlZMjl1ZEdGcGJtVnlKVEl5SlROQlptRnNjMlVsTWtNbE1qSjJhWE5wWW14bEpUSXlKVE5CZEhKMVpTVXlReVV5TW5KdmRHRjBZV0pzWlNVeU1pVXpRWFJ5ZFdVbE1rTWxNakpzYVc1cllXSnNaU1V5TWlVelFYUnlkV1VsTWtNbE1qSmpiMnhzWVhCellXSnNaU1V5TWlVelFXWmhiSE5sSlRKREpUSXlZMjlzYkdGd2MyVmtKVEl5SlROQlptRnNjMlVsTWtNbE1qSm1hWGhsWkV4cGJtc2xNaklsTTBGbVlXeHpaU1V5UXlVeU1tMWhjbXRsY2s5bVpuTmxkQ1V5TWlVelFUVWxOMFFsTWtNbE1qSmtZWFJoUVhSMGNtbGlkWFJsY3lVeU1pVXpRU1UxUWlVM1FpVXlNbTVoYldVbE1qSWxNMEVsTWpJbFJUVWxRa0VsT0VZbFJUVWxPRVlsUWpjbE1qSWxNa01sTWpKMGVYQmxKVEl5SlROQkpUSXliblZ0WW1WeUpUSXlKVEpESlRJeWRtRnNkV1VsTWpJbE0wRWxNaklsTWpJbE1rTWxNakpqWVhSbFoyOXllU1V5TWlVelFTVXlNbVJsWm1GMWJIUWxNaklsTWtNbE1qSnBaQ1V5TWlVelFTVXlNazV5ZDJwM1oybDFTVVV6TkRZME1UWWxNaklsTjBRbE1rTWxOMElsTWpKdVlXMWxKVEl5SlROQkpUSXlKVVUxSlRrd0pUaEVKVVUzSlVFM0pVSXdKVEl5SlRKREpUSXlkSGx3WlNVeU1pVXpRU1V5TW5OMGNtbHVaeVV5TWlVeVF5VXlNblpoYkhWbEpUSXlKVE5CSlRJeUpUSXlKVEpESlRJeVkyRjBaV2R2Y25rbE1qSWxNMEVsTWpKa1pXWmhkV3gwSlRJeUpUSkRKVEl5YVdRbE1qSWxNMEVsTWpKRmJWTnhjbEYzWkVobU16UTJOakV6SlRJeUpUZEVKVEpESlRkQ0pUSXlibUZ0WlNVeU1pVXpRU1V5TWlWRk5pVTRPU1U0TUNWRk5pVTVReVU0T1NWRk9DVTRNQ1U0TlNVeU1pVXlReVV5TW5SNWNHVWxNaklsTTBFbE1qSnpkSEpwYm1jbE1qSWxNa01sTWpKMllXeDFaU1V5TWlVelFTVXlNaVV5TWlVeVF5VXlNbU5oZEdWbmIzSjVKVEl5SlROQkpUSXlaR1ZtWVhWc2RDVXlNaVV5UXlVeU1tbGtKVEl5SlROQkpUSXllWGg0UzFsdVYyMUpaelUxTWpBd05TVXlNaVUzUkNVeVF5VTNRaVV5TW01aGJXVWxNaklsTTBFbE1qSWxSVGdsUWtZbE9VVWxSVFlsT0VVbFFUVWxNaklsTWtNbE1qSjBlWEJsSlRJeUpUTkJKVEl5YkdsdWF5VXlNaVV5UXlVeU1uWmhiSFZsSlRJeUpUTkJKVEl5SlRJeUpUSkRKVEl5WTJGMFpXZHZjbmtsTWpJbE0wRWxNakprWldaaGRXeDBKVEl5SlRKREpUSXlhV1FsTWpJbE0wRWxNakp2VEd0SlVYTkVZbkJETXpBMU9UZzRKVEl5SlRkRUpUSkRKVGRDSlRJeWJtRnRaU1V5TWlVelFTVXlNaVZGTkNWQ1JTVkNSaVZGTnlWQlF5VkNRU1V5TWlVeVF5VXlNblI1Y0dVbE1qSWxNMEVsTWpKemRISnBibWNsTWpJbE1rTWxNakoyWVd4MVpTVXlNaVV6UVNVeU1pVXlNaVV5UXlVeU1tTmhkR1ZuYjNKNUpUSXlKVE5CSlRJeVpHVm1ZWFZzZENVeU1pVXlReVV5TW1sa0pUSXlKVE5CSlRJeVNVaGplRWwzVmtwb1NUYzFNVFF3TkNVeU1pVTNSQ1V5UXlVM1FpVXlNbTVoYldVbE1qSWxNMEVsTWpJbFJUWWxPRGdsT1RBbFJUWWxPVU1sUVVNbE1qSWxNa01sTWpKMGVYQmxKVEl5SlROQkpUSXliblZ0WW1WeUpUSXlKVEpESlRJeWRtRnNkV1VsTWpJbE0wRWxNaklsTWpJbE1rTWxNakpqWVhSbFoyOXllU1V5TWlVelFTVXlNbVJsWm1GMWJIUWxNaklsTWtNbE1qSnBaQ1V5TWlVelFTVXlNbTF2U1VsdVRtTnhaVlU1T1RFeE56SWxNaklsTjBRbE1rTWxOMElsTWpKdVlXMWxKVEl5SlROQkpUSXlKVVUySlRrM0pVSTJKVVU1SlRrM0pVSTBKVEl5SlRKREpUSXlkSGx3WlNVeU1pVXpRU1V5TW01MWJXSmxjaVV5TWlVeVF5VXlNblpoYkhWbEpUSXlKVE5CSlRJeUpUSXlKVEpESlRJeVkyRjBaV2R2Y25rbE1qSWxNMEVsTWpKa1pXWmhkV3gwSlRJeUpUSkRKVEl5YVdRbE1qSWxNMEVsTWpKMVkwOTNiVVpSV0c5Uk5ESXpORFkzSlRJeUpUZEVKVEpESlRkQ0pUSXlibUZ0WlNVeU1pVXpRU1V5TWlWRk9TVTRNeVZCT0NWRk9TVTVOeVZCT0NVeU1pVXlReVV5TW5SNWNHVWxNaklsTTBFbE1qSnpkSEpwYm1jbE1qSWxNa01sTWpKMllXeDFaU1V5TWlVelFTVXlNaVV5TWlVeVF5VXlNbU5oZEdWbmIzSjVKVEl5SlROQkpUSXlaR1ZtWVhWc2RDVXlNaVV5UXlVeU1tbGtKVEl5SlROQkpUSXliWGRMZEZSRmQyMXZXalF3TnpZNU1DVXlNaVUzUkNVeVF5VTNRaVV5TW01aGJXVWxNaklsTTBFbE1qSWxSVGdsUWtVbE9UTWxSVFVsT0RVbFFUVWxNaklsTWtNbE1qSjBlWEJsSlRJeUpUTkJKVEl5YzNSeWFXNW5KVEl5SlRKREpUSXlkbUZzZFdVbE1qSWxNMEVsTWpJbE1qSWxNa01sTWpKallYUmxaMjl5ZVNVeU1pVXpRU1V5TW1SbFptRjFiSFFsTWpJbE1rTWxNakpwWkNVeU1pVXpRU1V5TWt0M1ZtUjBjMkpGVFhBeE16Y3lNek1sTWpJbE4wUWxNa01sTjBJbE1qSnVZVzFsSlRJeUpUTkJKVEl5SlVVNEpVSkZKVGt6SlVVMUpUZzNKVUpCSlRJeUpUSkRKVEl5ZEhsd1pTVXlNaVV6UVNVeU1uTjBjbWx1WnlVeU1pVXlReVV5TW5aaGJIVmxKVEl5SlROQkpUSXlKVEl5SlRKREpUSXlZMkYwWldkdmNua2xNaklsTTBFbE1qSmtaV1poZFd4MEpUSXlKVEpESlRJeWFXUWxNaklsTTBFbE1qSnVXV1JOYjA5V1NXaDZNemN3TnpVekpUSXlKVGRFSlRKREpUZENKVEl5Ym1GdFpTVXlNaVV6UVNVeU1pVkZPU1ZCTXlVNFJTVkZPU1U1T1NWQk9TVXlNaVV5UXlVeU1uUjVjR1VsTWpJbE0wRWxNakp6ZEhKcGJtY2xNaklsTWtNbE1qSjJZV3gxWlNVeU1pVXpRU1V5TWlVeU1pVXlReVV5TW1OaGRHVm5iM0o1SlRJeUpUTkJKVEl5WkdWbVlYVnNkQ1V5TWlVeVF5VXlNbWxrSlRJeUpUTkJKVEl5U0hwQ2VrVlJhMVZuVGpZeU56TXpNQ1V5TWlVM1JDVXlReVUzUWlVeU1tNWhiV1VsTWpJbE0wRWxNaklsUlRVbFFUUWxPRGNsUlRZbFFqTWxRVGdsTWpJbE1rTWxNakowZVhCbEpUSXlKVE5CSlRJeWMzUnlhVzVuSlRJeUpUSkRKVEl5ZG1Gc2RXVWxNaklsTTBFbE1qSWxNaklsTWtNbE1qSmpZWFJsWjI5eWVTVXlNaVV6UVNVeU1tUmxabUYxYkhRbE1qSWxNa01sTWpKcFpDVXlNaVV6UVNVeU1uSnVWR0ZCVkcxTlJYRTNPVGMwTXpNbE1qSWxOMFFsTlVRbE1rTWxNakp3Y205d2N5VXlNaVV6UVNVM1FpVXlNbmdsTWpJbE0wRXpNek1sTWtNbE1qSjVKVEl5SlROQk16QTNKVEpESlRJeWR5VXlNaVV6UVRFd01DVXlReVV5TW1nbE1qSWxNMEUzTUNVeVF5VXlNbnBwYm1SbGVDVXlNaVV6UVRVbE1rTWxNakpoYm1kc1pTVXlNaVV6UVRBbE4wUWxNa01sTWpKemFHRndaVk4wZVd4bEpUSXlKVE5CSlRkQ0pUSXlZV3h3YUdFbE1qSWxNMEV4SlRkRUpUSkRKVEl5YkdsdVpWTjBlV3hsSlRJeUpUTkJKVGRDSlRJeWJHbHVaVmRwWkhSb0pUSXlKVE5CTVM0MUpUZEVKVEpESlRJeVptbHNiRk4wZVd4bEpUSXlKVE5CSlRkQ0pUZEVKVEpESlRJeWRHaGxiV1VsTWpJbE0wRWxOMElsTjBRbE1rTWxNakp3WVhSb0pUSXlKVE5CSlRWQ0pUZENKVEl5WVdOMGFXOXVjeVV5TWlVelFTVTFRaVUzUWlVeU1tRmpkR2x2YmlVeU1pVXpRU1V5TW0xdmRtVWxNaklsTWtNbE1qSjRKVEl5SlROQkpUSXlNQ1V5TWlVeVF5VXlNbmtsTWpJbE0wRWxNakl3SlRJeUpUZEVKVEpESlRkQ0pUSXlZV04wYVc5dUpUSXlKVE5CSlRJeWJHbHVaU1V5TWlVeVF5VXlNbmdsTWpJbE0wRWxNakozSlRJeUpUSkRKVEl5ZVNVeU1pVXpRU1V5TWpBbE1qSWxOMFFsTWtNbE4wSWxNakpoWTNScGIyNGxNaklsTTBFbE1qSnNhVzVsSlRJeUpUSkRKVEl5ZUNVeU1pVXpRU1V5TW5jbE1qSWxNa01sTWpKNUpUSXlKVE5CSlRJeWFDVXlNaVUzUkNVeVF5VTNRaVV5TW1GamRHbHZiaVV5TWlVelFTVXlNbXhwYm1VbE1qSWxNa01sTWpKNEpUSXlKVE5CSlRJeU1DVXlNaVV5UXlVeU1ua2xNaklsTTBFbE1qSm9KVEl5SlRkRUpUSkRKVGRDSlRJeVlXTjBhVzl1SlRJeUpUTkJKVEl5WTJ4dmMyVWxNaklsTjBRbE5VUWxOMFFsTlVRbE1rTWxNakptYjI1MFUzUjViR1VsTWpJbE0wRWxOMElsTWpKaWIyeGtKVEl5SlROQmRISjFaU1UzUkNVeVF5VXlNblJsZUhSQ2JHOWpheVV5TWlVelFTVTFRaVUzUWlVeU1uQnZjMmwwYVc5dUpUSXlKVE5CSlRkQ0pUSXllQ1V5TWlVelFURXdKVEpESlRJeWVTVXlNaVV6UVRBbE1rTWxNakozSlRJeUpUTkJKVEl5ZHkweU1DVXlNaVV5UXlVeU1tZ2xNaklsTTBFbE1qSm9KVEl5SlRkRUpUSkRKVEl5ZEdWNGRDVXlNaVV6UVNVeU1pVkZPU1U1UVNWQ1JTVkZOU1ZDUVNWQk5pVkZOU1ZCTWlVNVJTVkZOU1ZDUXlWQ1FTVXlNaVUzUkNVMVJDVXlReVV5TW1GdVkyaHZjbk1sTWpJbE0wRWxOVUlsTjBJbE1qSjRKVEl5SlROQkpUSXlkeVV5UmpJbE1qSWxNa01sTWpKNUpUSXlKVE5CSlRJeU1DVXlNaVUzUkNVeVF5VTNRaVV5TW5nbE1qSWxNMEVsTWpKM0pUSkdNaVV5TWlVeVF5VXlNbmtsTWpJbE0wRWxNakpvSlRJeUpUZEVKVEpESlRkQ0pUSXllQ1V5TWlVelFTVXlNakFsTWpJbE1rTWxNako1SlRJeUpUTkJKVEl5YUNVeVJqSWxNaklsTjBRbE1rTWxOMElsTWpKNEpUSXlKVE5CSlRJeWR5VXlNaVV5UXlVeU1ua2xNaklsTTBFbE1qSm9KVEpHTWlVeU1pVTNSQ1UxUkNVM1JDVXlReVV5TWtGdWNrMVhVR1Z1UldFNE16a3lNRGdsTWpJbE0wRWxOMElsTWpKcFpDVXlNaVV6UVNVeU1rRnVjazFYVUdWdVJXRTRNemt5TURnbE1qSWxNa01sTWpKdVlXMWxKVEl5SlROQkpUSXljSEp2WTJWemN5VXlNaVV5UXlVeU1uUnBkR3hsSlRJeUpUTkJKVEl5SlVVMkpVSTFKVGd4SlVVM0pVRTRKVGhDSlRJeUpUSkRKVEl5WTJGMFpXZHZjbmtsTWpJbE0wRWxNakptYkc5M0pUSXlKVEpESlRJeVozSnZkWEFsTWpJbE0wRWxNaklsTWpJbE1rTWxNakpuY205MWNFNWhiV1VsTWpJbE0wRnVkV3hzSlRKREpUSXliRzlqYTJWa0pUSXlKVE5CWm1Gc2MyVWxNa01sTWpKc2FXNXJKVEl5SlROQkpUSXlKVEl5SlRKREpUSXlZMmhwYkdSeVpXNGxNaklsTTBFbE5VSWxOVVFsTWtNbE1qSndZWEpsYm5RbE1qSWxNMEVsTWpJbE1qSWxNa01sTWpKeVpYTnBlbVZFYVhJbE1qSWxNMEVsTlVJbE1qSjBiQ1V5TWlVeVF5VXlNblJ5SlRJeUpUSkRKVEl5WW5JbE1qSWxNa01sTWpKaWJDVXlNaVV5UXlVeU1td2xNaklsTWtNbE1qSjBKVEl5SlRKREpUSXljaVV5TWlVeVF5VXlNbUlsTWpJbE5VUWxNa01sTWpKaGRIUnlhV0oxZEdVbE1qSWxNMEVsTjBJbE1qSmpiMjUwWVdsdVpYSWxNaklsTTBGbVlXeHpaU1V5UXlVeU1uWnBjMmxpYkdVbE1qSWxNMEYwY25WbEpUSkRKVEl5Y205MFlYUmhZbXhsSlRJeUpUTkJkSEoxWlNVeVF5VXlNbXhwYm10aFlteGxKVEl5SlROQmRISjFaU1V5UXlVeU1tTnZiR3hoY0hOaFlteGxKVEl5SlROQlptRnNjMlVsTWtNbE1qSmpiMnhzWVhCelpXUWxNaklsTTBGbVlXeHpaU1V5UXlVeU1tWnBlR1ZrVEdsdWF5VXlNaVV6UVdaaGJITmxKVEpESlRJeWJXRnlhMlZ5VDJabWMyVjBKVEl5SlROQk5TVTNSQ1V5UXlVeU1tUmhkR0ZCZEhSeWFXSjFkR1Z6SlRJeUpUTkJKVFZDSlRkQ0pUSXlibUZ0WlNVeU1pVXpRU1V5TWlWRk5TVkNRU1U0UmlWRk5TVTRSaVZDTnlVeU1pVXlReVV5TW5SNWNHVWxNaklsTTBFbE1qSnVkVzFpWlhJbE1qSWxNa01sTWpKMllXeDFaU1V5TWlVelFTVXlNaVV5TWlVeVF5VXlNbU5oZEdWbmIzSjVKVEl5SlROQkpUSXlaR1ZtWVhWc2RDVXlNaVV5UXlVeU1tbGtKVEl5SlROQkpUSXlhVmx6V1U5WVRtZEtaelV3TkRRNE1DVXlNaVUzUkNVeVF5VTNRaVV5TW01aGJXVWxNaklsTTBFbE1qSWxSVFVsT1RBbE9FUWxSVGNsUVRjbFFqQWxNaklsTWtNbE1qSjBlWEJsSlRJeUpUTkJKVEl5YzNSeWFXNW5KVEl5SlRKREpUSXlkbUZzZFdVbE1qSWxNMEVsTWpJbE1qSWxNa01sTWpKallYUmxaMjl5ZVNVeU1pVXpRU1V5TW1SbFptRjFiSFFsTWpJbE1rTWxNakpwWkNVeU1pVXpRU1V5TW0xbldFeFdVa1ZOWVdvek56UXdOVElsTWpJbE4wUWxNa01sTjBJbE1qSnVZVzFsSlRJeUpUTkJKVEl5SlVVMkpUZzVKVGd3SlVVMkpUbERKVGc1SlVVNEpUZ3dKVGcxSlRJeUpUSkRKVEl5ZEhsd1pTVXlNaVV6UVNVeU1uTjBjbWx1WnlVeU1pVXlReVV5TW5aaGJIVmxKVEl5SlROQkpUSXlKVEl5SlRKREpUSXlZMkYwWldkdmNua2xNaklsTTBFbE1qSmtaV1poZFd4MEpUSXlKVEpESlRJeWFXUWxNaklsTTBFbE1qSjBiWGhhYUV0amJrOTZOakl6TVRRMEpUSXlKVGRFSlRKREpUZENKVEl5Ym1GdFpTVXlNaVV6UVNVeU1pVkZPQ1ZDUmlVNVJTVkZOaVU0UlNWQk5TVXlNaVV5UXlVeU1uUjVjR1VsTWpJbE0wRWxNakpzYVc1ckpUSXlKVEpESlRJeWRtRnNkV1VsTWpJbE0wRWxNaklsTWpJbE1rTWxNakpqWVhSbFoyOXllU1V5TWlVelFTVXlNbVJsWm1GMWJIUWxNaklsTWtNbE1qSnBaQ1V5TWlVelFTVXlNbGRMU1dwWVlsbHBZM2N3TWpZNU16RWxNaklsTjBRbE1rTWxOMElsTWpKdVlXMWxKVEl5SlROQkpUSXlKVVUwSlVKRkpVSkdKVVUzSlVGREpVSkJKVEl5SlRKREpUSXlkSGx3WlNVeU1pVXpRU1V5TW5OMGNtbHVaeVV5TWlVeVF5VXlNblpoYkhWbEpUSXlKVE5CSlRJeUpUSXlKVEpESlRJeVkyRjBaV2R2Y25rbE1qSWxNMEVsTWpKa1pXWmhkV3gwSlRJeUpUSkRKVEl5YVdRbE1qSWxNMEVsTWpKR2FVTm9RVlJXYTFaak1UYzJNekUzSlRJeUpUZEVKVEpESlRkQ0pUSXlibUZ0WlNVeU1pVXpRU1V5TWlWRk5pVTRPQ1U1TUNWRk5pVTVReVZCUXlVeU1pVXlReVV5TW5SNWNHVWxNaklsTTBFbE1qSnVkVzFpWlhJbE1qSWxNa01sTWpKMllXeDFaU1V5TWlVelFTVXlNaVV5TWlVeVF5VXlNbU5oZEdWbmIzSjVKVEl5SlROQkpUSXlaR1ZtWVhWc2RDVXlNaVV5UXlVeU1tbGtKVEl5SlROQkpUSXlUMWxZWmxSMVVrcE5kRGN5TkRJMU15VXlNaVUzUkNVeVF5VTNRaVV5TW01aGJXVWxNaklsTTBFbE1qSWxSVFlsT1RjbFFqWWxSVGtsT1RjbFFqUWxNaklsTWtNbE1qSjBlWEJsSlRJeUpUTkJKVEl5Ym5WdFltVnlKVEl5SlRKREpUSXlkbUZzZFdVbE1qSWxNMEVsTWpJbE1qSWxNa01sTWpKallYUmxaMjl5ZVNVeU1pVXpRU1V5TW1SbFptRjFiSFFsTWpJbE1rTWxNakpwWkNVeU1pVXpRU1V5TW1OdWJYVldWVWgxVjI4Mk5UZzNNamtsTWpJbE4wUWxNa01sTjBJbE1qSnVZVzFsSlRJeUpUTkJKVEl5SlVVNUpUZ3pKVUU0SlVVNUpUazNKVUU0SlRJeUpUSkRKVEl5ZEhsd1pTVXlNaVV6UVNVeU1uTjBjbWx1WnlVeU1pVXlReVV5TW5aaGJIVmxKVEl5SlROQkpUSXlKVEl5SlRKREpUSXlZMkYwWldkdmNua2xNaklsTTBFbE1qSmtaV1poZFd4MEpUSXlKVEpESlRJeWFXUWxNaklsTTBFbE1qSjNRM3BZYW1aVFpXSlRNRFkxTXpZeEpUSXlKVGRFSlRKREpUZENKVEl5Ym1GdFpTVXlNaVV6UVNVeU1pVkZPQ1ZDUlNVNU15VkZOU1U0TlNWQk5TVXlNaVV5UXlVeU1uUjVjR1VsTWpJbE0wRWxNakp6ZEhKcGJtY2xNaklsTWtNbE1qSjJZV3gxWlNVeU1pVXpRU1V5TWlVeU1pVXlReVV5TW1OaGRHVm5iM0o1SlRJeUpUTkJKVEl5WkdWbVlYVnNkQ1V5TWlVeVF5VXlNbWxrSlRJeUpUTkJKVEl5V1ZGVFQzQlNRWE5GU2pJd01EQTJNeVV5TWlVM1JDVXlReVUzUWlVeU1tNWhiV1VsTWpJbE0wRWxNaklsUlRnbFFrVWxPVE1sUlRVbE9EY2xRa0VsTWpJbE1rTWxNakowZVhCbEpUSXlKVE5CSlRJeWMzUnlhVzVuSlRJeUpUSkRKVEl5ZG1Gc2RXVWxNaklsTTBFbE1qSWxNaklsTWtNbE1qSmpZWFJsWjI5eWVTVXlNaVV6UVNVeU1tUmxabUYxYkhRbE1qSWxNa01sTWpKcFpDVXlNaVV6UVNVeU1rNXVZMEZSVVZaeFlXWTJNVEEzT0RrbE1qSWxOMFFsTWtNbE4wSWxNakp1WVcxbEpUSXlKVE5CSlRJeUpVVTVKVUV6SlRoRkpVVTVKVGs1SlVFNUpUSXlKVEpESlRJeWRIbHdaU1V5TWlVelFTVXlNbk4wY21sdVp5VXlNaVV5UXlVeU1uWmhiSFZsSlRJeUpUTkJKVEl5SlRJeUpUSkRKVEl5WTJGMFpXZHZjbmtsTWpJbE0wRWxNakprWldaaGRXeDBKVEl5SlRKREpUSXlhV1FsTWpJbE0wRWxNakp4UTJsSmJFMUxVR3RwTlRNME5EUTFKVEl5SlRkRUpUSkRKVGRDSlRJeWJtRnRaU1V5TWlVelFTVXlNaVZGTlNWQk5DVTROeVZGTmlWQ015VkJPQ1V5TWlVeVF5VXlNblI1Y0dVbE1qSWxNMEVsTWpKemRISnBibWNsTWpJbE1rTWxNakoyWVd4MVpTVXlNaVV6UVNVeU1pVXlNaVV5UXlVeU1tTmhkR1ZuYjNKNUpUSXlKVE5CSlRJeVpHVm1ZWFZzZENVeU1pVXlReVV5TW1sa0pUSXlKVE5CSlRJeVoyNW1aV2hxWWs5a1RURXhPVE00TnlVeU1pVTNSQ1UxUkNVeVF5VXlNbkJ5YjNCekpUSXlKVE5CSlRkQ0pUSXllQ1V5TWlVelFUSTJNU1V5UXlVeU1ua2xNaklsTTBFeE16TWxNa01sTWpKM0pUSXlKVE5CTVRBd0pUSkRKVEl5YUNVeU1pVXpRVGN3SlRKREpUSXllbWx1WkdWNEpUSXlKVE5CTmlVeVF5VXlNbUZ1WjJ4bEpUSXlKVE5CTUNVM1JDVXlReVV5TW5Ob1lYQmxVM1I1YkdVbE1qSWxNMEVsTjBJbE1qSmhiSEJvWVNVeU1pVXpRVEVsTjBRbE1rTWxNakpzYVc1bFUzUjViR1VsTWpJbE0wRWxOMElsTWpKc2FXNWxWMmxrZEdnbE1qSWxNMEV4TGpVbE4wUWxNa01sTWpKbWFXeHNVM1I1YkdVbE1qSWxNMEVsTjBJbE4wUWxNa01sTWpKMGFHVnRaU1V5TWlVelFTVTNRaVUzUkNVeVF5VXlNbkJoZEdnbE1qSWxNMEVsTlVJbE4wSWxNakpoWTNScGIyNXpKVEl5SlROQkpUVkNKVGRDSlRJeVlXTjBhVzl1SlRJeUpUTkJKVEl5Ylc5MlpTVXlNaVV5UXlVeU1uZ2xNaklsTTBFbE1qSXdKVEl5SlRKREpUSXllU1V5TWlVelFTVXlNakFsTWpJbE4wUWxNa01sTjBJbE1qSmhZM1JwYjI0bE1qSWxNMEVsTWpKc2FXNWxKVEl5SlRKREpUSXllQ1V5TWlVelFTVXlNbmNsTWpJbE1rTWxNako1SlRJeUpUTkJKVEl5TUNVeU1pVTNSQ1V5UXlVM1FpVXlNbUZqZEdsdmJpVXlNaVV6UVNVeU1teHBibVVsTWpJbE1rTWxNako0SlRJeUpUTkJKVEl5ZHlVeU1pVXlReVV5TW5rbE1qSWxNMEVsTWpKb0pUSXlKVGRFSlRKREpUZENKVEl5WVdOMGFXOXVKVEl5SlROQkpUSXliR2x1WlNVeU1pVXlReVV5TW5nbE1qSWxNMEVsTWpJd0pUSXlKVEpESlRJeWVTVXlNaVV6UVNVeU1tZ2xNaklsTjBRbE1rTWxOMElsTWpKaFkzUnBiMjRsTWpJbE0wRWxNakpqYkc5elpTVXlNaVUzUkNVMVJDVTNSQ1UxUkNVeVF5VXlNbVp2Ym5SVGRIbHNaU1V5TWlVelFTVTNRaVV5TW1KdmJHUWxNaklsTTBGMGNuVmxKVGRFSlRKREpUSXlkR1Y0ZEVKc2IyTnJKVEl5SlROQkpUVkNKVGRDSlRJeWNHOXphWFJwYjI0bE1qSWxNMEVsTjBJbE1qSjRKVEl5SlROQk1UQWxNa01sTWpKNUpUSXlKVE5CTUNVeVF5VXlNbmNsTWpJbE0wRWxNakozTFRJd0pUSXlKVEpESlRJeWFDVXlNaVV6UVNVeU1tZ2xNaklsTjBRbE1rTWxNakowWlhoMEpUSXlKVE5CSlRJeUpVVTJKVGsxSlVJd0pVVTJKVGhFSlVGRkpVVTJKVGswSlVJMkpVVTVKVGxDSlRnMkpVVTBKVUk0SlRoRkpUTkRaR2wySlRORkpVVTVKVUV5SlRnMEpVVTFKVUUwSlRnMEpVVTNKVGt3SlRnMkpUTkRKVEpHWkdsMkpUTkZKVEl5SlRkRUpUVkVKVEpESlRJeVlXNWphRzl5Y3lVeU1pVXpRU1UxUWlVM1FpVXlNbmdsTWpJbE0wRWxNakozSlRKR01pVXlNaVV5UXlVeU1ua2xNaklsTTBFbE1qSXdKVEl5SlRkRUpUSkRKVGRDSlRJeWVDVXlNaVV6UVNVeU1uY2xNa1l5SlRJeUpUSkRKVEl5ZVNVeU1pVXpRU1V5TW1nbE1qSWxOMFFsTWtNbE4wSWxNako0SlRJeUpUTkJKVEl5TUNVeU1pVXlReVV5TW5rbE1qSWxNMEVsTWpKb0pUSkdNaVV5TWlVM1JDVXlReVUzUWlVeU1uZ2xNaklsTTBFbE1qSjNKVEl5SlRKREpUSXllU1V5TWlVelFTVXlNbWdsTWtZeUpUSXlKVGRFSlRWRUpUZEVKVEpESlRJeVZWbHFXRTFyYTB4cFRUZzVORGs0TlNVeU1pVXpRU1UzUWlVeU1tbGtKVEl5SlROQkpUSXlWVmxxV0UxcmEweHBUVGc1TkRrNE5TVXlNaVV5UXlVeU1tNWhiV1VsTWpJbE0wRWxNakprWVhSaEpUSXlKVEpESlRJeWRHbDBiR1VsTWpJbE0wRWxNaklsUlRZbE9UVWxRakFsUlRZbE9FUWxRVVVsTWpJbE1rTWxNakpqWVhSbFoyOXllU1V5TWlVelFTVXlNbVpzYjNjbE1qSWxNa01sTWpKbmNtOTFjQ1V5TWlVelFTVXlNaVV5TWlVeVF5VXlNbWR5YjNWd1RtRnRaU1V5TWlVelFXNTFiR3dsTWtNbE1qSnNiMk5yWldRbE1qSWxNMEZtWVd4elpTVXlReVV5TW14cGJtc2xNaklsTTBFbE1qSWxNaklsTWtNbE1qSmphR2xzWkhKbGJpVXlNaVV6UVNVMVFpVTFSQ1V5UXlVeU1uQmhjbVZ1ZENVeU1pVXpRU1V5TWlVeU1pVXlReVV5TW5KbGMybDZaVVJwY2lVeU1pVXpRU1UxUWlVeU1uUnNKVEl5SlRKREpUSXlkSElsTWpJbE1rTWxNakppY2lVeU1pVXlReVV5TW1Kc0pUSXlKVEpESlRJeWJDVXlNaVV5UXlVeU1uUWxNaklsTWtNbE1qSnlKVEl5SlRKREpUSXlZaVV5TWlVMVJDVXlReVV5TW1GMGRISnBZblYwWlNVeU1pVXpRU1UzUWlVeU1tTnZiblJoYVc1bGNpVXlNaVV6UVdaaGJITmxKVEpESlRJeWRtbHphV0pzWlNVeU1pVXpRWFJ5ZFdVbE1rTWxNakp5YjNSaGRHRmliR1VsTWpJbE0wRjBjblZsSlRKREpUSXliR2x1YTJGaWJHVWxNaklsTTBGMGNuVmxKVEpESlRJeVkyOXNiR0Z3YzJGaWJHVWxNaklsTTBGbVlXeHpaU1V5UXlVeU1tTnZiR3hoY0hObFpDVXlNaVV6UVdaaGJITmxKVEpESlRJeVptbDRaV1JNYVc1ckpUSXlKVE5CWm1Gc2MyVWxNa01sTWpKdFlYSnJaWEpQWm1aelpYUWxNaklsTTBFMUpUZEVKVEpESlRJeVpHRjBZVUYwZEhKcFluVjBaWE1sTWpJbE0wRWxOVUlsTjBJbE1qSnVZVzFsSlRJeUpUTkJKVEl5SlVVMUpVSkJKVGhHSlVVMUpUaEdKVUkzSlRJeUpUSkRKVEl5ZEhsd1pTVXlNaVV6UVNVeU1tNTFiV0psY2lVeU1pVXlReVV5TW5aaGJIVmxKVEl5SlROQkpUSXlKVEl5SlRKREpUSXlZMkYwWldkdmNua2xNaklsTTBFbE1qSmtaV1poZFd4MEpUSXlKVEpESlRJeWFXUWxNaklsTTBFbE1qSjJhRlpRVVVoRVYxSkJNRGcwT0RVd0pUSXlKVGRFSlRKREpUZENKVEl5Ym1GdFpTVXlNaVV6UVNVeU1pVkZOU1U1TUNVNFJDVkZOeVZCTnlWQ01DVXlNaVV5UXlVeU1uUjVjR1VsTWpJbE0wRWxNakp6ZEhKcGJtY2xNaklsTWtNbE1qSjJZV3gxWlNVeU1pVXpRU1V5TWlVeU1pVXlReVV5TW1OaGRHVm5iM0o1SlRJeUpUTkJKVEl5WkdWbVlYVnNkQ1V5TWlVeVF5VXlNbWxrSlRJeUpUTkJKVEl5UjJaVGFHNXNka3BRUkRJNU1qRTROQ1V5TWlVM1JDVXlReVUzUWlVeU1tNWhiV1VsTWpJbE0wRWxNaklsUlRZbE9Ea2xPREFsUlRZbE9VTWxPRGtsUlRnbE9EQWxPRFVsTWpJbE1rTWxNakowZVhCbEpUSXlKVE5CSlRJeWMzUnlhVzVuSlRJeUpUSkRKVEl5ZG1Gc2RXVWxNaklsTTBFbE1qSWxNaklsTWtNbE1qSmpZWFJsWjI5eWVTVXlNaVV6UVNVeU1tUmxabUYxYkhRbE1qSWxNa01sTWpKcFpDVXlNaVV6UVNVeU1rMXVTVmRLZFhaRWRYTXdNRE01TWpFbE1qSWxOMFFsTWtNbE4wSWxNakp1WVcxbEpUSXlKVE5CSlRJeUpVVTRKVUpHSlRsRkpVVTJKVGhGSlVFMUpUSXlKVEpESlRJeWRIbHdaU1V5TWlVelFTVXlNbXhwYm1zbE1qSWxNa01sTWpKMllXeDFaU1V5TWlVelFTVXlNaVV5TWlVeVF5VXlNbU5oZEdWbmIzSjVKVEl5SlROQkpUSXlaR1ZtWVhWc2RDVXlNaVV5UXlVeU1tbGtKVEl5SlROQkpUSXlVSHB2WkZsdlVYbFVRamd4T0RFNU9TVXlNaVUzUkNVeVF5VTNRaVV5TW01aGJXVWxNaklsTTBFbE1qSWxSVFFsUWtVbFFrWWxSVGNsUVVNbFFrRWxNaklsTWtNbE1qSjBlWEJsSlRJeUpUTkJKVEl5YzNSeWFXNW5KVEl5SlRKREpUSXlkbUZzZFdVbE1qSWxNMEVsTWpJbE1qSWxNa01sTWpKallYUmxaMjl5ZVNVeU1pVXpRU1V5TW1SbFptRjFiSFFsTWpJbE1rTWxNakpwWkNVeU1pVXpRU1V5TW10WFZVMXdSbXhaVG5neE1qTTRNemtsTWpJbE4wUWxNa01sTjBJbE1qSnVZVzFsSlRJeUpUTkJKVEl5SlVVMkpUZzRKVGt3SlVVMkpUbERKVUZESlRJeUpUSkRKVEl5ZEhsd1pTVXlNaVV6UVNVeU1tNTFiV0psY2lVeU1pVXlReVV5TW5aaGJIVmxKVEl5SlROQkpUSXlKVEl5SlRKREpUSXlZMkYwWldkdmNua2xNaklsTTBFbE1qSmtaV1poZFd4MEpUSXlKVEpESlRJeWFXUWxNaklsTTBFbE1qSldWV0ZyVVhscFJWQnVNekV3TkRBM0pUSXlKVGRFSlRKREpUZENKVEl5Ym1GdFpTVXlNaVV6UVNVeU1pVkZOaVU1TnlWQ05pVkZPU1U1TnlWQ05DVXlNaVV5UXlVeU1uUjVjR1VsTWpJbE0wRWxNakp1ZFcxaVpYSWxNaklsTWtNbE1qSjJZV3gxWlNVeU1pVXpRU1V5TWlVeU1pVXlReVV5TW1OaGRHVm5iM0o1SlRJeUpUTkJKVEl5WkdWbVlYVnNkQ1V5TWlVeVF5VXlNbWxrSlRJeUpUTkJKVEl5VjNkVVptVlRla1ZLUmpRMU5EY3pPQ1V5TWlVM1JDVXlReVUzUWlVeU1tNWhiV1VsTWpJbE0wRWxNaklsUlRrbE9ETWxRVGdsUlRrbE9UY2xRVGdsTWpJbE1rTWxNakowZVhCbEpUSXlKVE5CSlRJeWMzUnlhVzVuSlRJeUpUSkRKVEl5ZG1Gc2RXVWxNaklsTTBFbE1qSWxNaklsTWtNbE1qSmpZWFJsWjI5eWVTVXlNaVV6UVNVeU1tUmxabUYxYkhRbE1qSWxNa01sTWpKcFpDVXlNaVV6UVNVeU1tbFdVMlZYWTBKVVIwdzBNVEl4TmpFbE1qSWxOMFFsTWtNbE4wSWxNakp1WVcxbEpUSXlKVE5CSlRJeUpVVTRKVUpGSlRrekpVVTFKVGcxSlVFMUpUSXlKVEpESlRJeWRIbHdaU1V5TWlVelFTVXlNbk4wY21sdVp5VXlNaVV5UXlVeU1uWmhiSFZsSlRJeUpUTkJKVEl5SlRJeUpUSkRKVEl5WTJGMFpXZHZjbmtsTWpJbE0wRWxNakprWldaaGRXeDBKVEl5SlRKREpUSXlhV1FsTWpJbE0wRWxNakpCV1dGTVYxTnZVMVpPTmpjeU5qTXhKVEl5SlRkRUpUSkRKVGRDSlRJeWJtRnRaU1V5TWlVelFTVXlNaVZGT0NWQ1JTVTVNeVZGTlNVNE55VkNRU1V5TWlVeVF5VXlNblI1Y0dVbE1qSWxNMEVsTWpKemRISnBibWNsTWpJbE1rTWxNakoyWVd4MVpTVXlNaVV6UVNVeU1pVXlNaVV5UXlVeU1tTmhkR1ZuYjNKNUpUSXlKVE5CSlRJeVpHVm1ZWFZzZENVeU1pVXlReVV5TW1sa0pUSXlKVE5CSlRJeVFVSnBhRUZ2U0c5VFV6VTBNVFUwTnlVeU1pVTNSQ1V5UXlVM1FpVXlNbTVoYldVbE1qSWxNMEVsTWpJbFJUa2xRVE1sT0VVbFJUa2xPVGtsUVRrbE1qSWxNa01sTWpKMGVYQmxKVEl5SlROQkpUSXljM1J5YVc1bkpUSXlKVEpESlRJeWRtRnNkV1VsTWpJbE0wRWxNaklsTWpJbE1rTWxNakpqWVhSbFoyOXllU1V5TWlVelFTVXlNbVJsWm1GMWJIUWxNaklsTWtNbE1qSnBaQ1V5TWlVelFTVXlNbVZJWlZWRVRHMXBkR2szTnprMk1qa2xNaklsTjBRbE1rTWxOMElsTWpKdVlXMWxKVEl5SlROQkpUSXlKVVUxSlVFMEpUZzNKVVUySlVJekpVRTRKVEl5SlRKREpUSXlkSGx3WlNVeU1pVXpRU1V5TW5OMGNtbHVaeVV5TWlVeVF5VXlNblpoYkhWbEpUSXlKVE5CSlRJeUpUSXlKVEpESlRJeVkyRjBaV2R2Y25rbE1qSWxNMEVsTWpKa1pXWmhkV3gwSlRJeUpUSkRKVEl5YVdRbE1qSWxNMEVsTWpKeFRrcERRM1JrV0U1ek5ESTFNak0ySlRJeUpUZEVKVFZFSlRKREpUSXljSEp2Y0hNbE1qSWxNMEVsTjBJbE1qSjRKVEl5SlROQk1USXhKVEpESlRJeWVTVXlNaVV6UVRRd01TVXlReVV5TW5jbE1qSWxNMEV4TnpVbE1rTWxNakpvSlRJeUpUTkJORElsTWtNbE1qSjZhVzVrWlhnbE1qSWxNMEUzSlRKREpUSXlZVzVuYkdVbE1qSWxNMEV3SlRkRUpUSkRKVEl5YzJoaGNHVlRkSGxzWlNVeU1pVXpRU1UzUWlVeU1tRnNjR2hoSlRJeUpUTkJNU1UzUkNVeVF5VXlNbXhwYm1WVGRIbHNaU1V5TWlVelFTVTNRaVV5TW14cGJtVlhhV1IwYUNVeU1pVXpRVEV1TlNVM1JDVXlReVV5TW1acGJHeFRkSGxzWlNVeU1pVXpRU1UzUWlVM1JDVXlReVV5TW5Sb1pXMWxKVEl5SlROQkpUZENKVGRFSlRKREpUSXljR0YwYUNVeU1pVXpRU1UxUWlVM1FpVXlNbUZqZEdsdmJuTWxNaklsTTBFbE5VSWxOMElsTWpKaFkzUnBiMjRsTWpJbE0wRWxNakp0YjNabEpUSXlKVEpESlRJeWVDVXlNaVV6UVNVeU1rMWhkR2d1YldsdUtHZ2xNa1l6SlRKRGR5VXlSak1wSlRJeUpUSkRKVEl5ZVNVeU1pVXpRU1V5TWpBbE1qSWxOMFFsTWtNbE4wSWxNakpoWTNScGIyNGxNaklsTTBFbE1qSnNhVzVsSlRJeUpUSkRKVEl5ZUNVeU1pVXpRU1V5TW5jbE1qSWxNa01sTWpKNUpUSXlKVE5CSlRJeU1DVXlNaVUzUkNVeVF5VTNRaVV5TW1GamRHbHZiaVV5TWlVelFTVXlNbXhwYm1VbE1qSWxNa01sTWpKNEpUSXlKVE5CSlRJeWR5MU5ZWFJvTG0xcGJpaG9KVEpHTXlVeVEzY2xNa1l6S1NVeU1pVXlReVV5TW5rbE1qSWxNMEVsTWpKb0pUSXlKVGRFSlRKREpUZENKVEl5WVdOMGFXOXVKVEl5SlROQkpUSXliR2x1WlNVeU1pVXlReVV5TW5nbE1qSWxNMEVsTWpJd0pUSXlKVEpESlRJeWVTVXlNaVV6UVNVeU1tZ2xNaklsTjBRbE1rTWxOMElsTWpKaFkzUnBiMjRsTWpJbE0wRWxNakpzYVc1bEpUSXlKVEpESlRJeWVDVXlNaVV6UVNVeU1rMWhkR2d1YldsdUtHZ2xNa1l6SlRKRGR5VXlSak1wSlRJeUpUSkRKVEl5ZVNVeU1pVXpRU1V5TWpBbE1qSWxOMFFsTWtNbE4wSWxNakpoWTNScGIyNGxNaklsTTBFbE1qSmpiRzl6WlNVeU1pVTNSQ1UxUkNVM1JDVTFSQ1V5UXlVeU1tWnZiblJUZEhsc1pTVXlNaVV6UVNVM1FpVXlNbUp2YkdRbE1qSWxNMEYwY25WbEpUZEVKVEpESlRJeWRHVjRkRUpzYjJOckpUSXlKVE5CSlRWQ0pUZENKVEl5Y0c5emFYUnBiMjRsTWpJbE0wRWxOMElsTWpKNEpUSXlKVE5CSlRJeWR5b3dMakUxSlRJeUpUSkRKVEl5ZVNVeU1pVXpRU1V5TWpBbE1qSWxNa01sTWpKM0pUSXlKVE5CSlRJeWR5b3dMamNsTWpJbE1rTWxNakpvSlRJeUpUTkJKVEl5YUNVeU1pVTNSQ1V5UXlVeU1uUmxlSFFsTWpJbE0wRWxNakpHYjNKdGRXeGhVbVZoYzI5dWFXNW5KVEl5SlRkRUpUVkVKVEpESlRJeVlXNWphRzl5Y3lVeU1pVXpRU1UxUWlVM1FpVXlNbmdsTWpJbE0wRWxNakozS2pBdU5TVXlNaVV5UXlVeU1ua2xNaklsTTBFbE1qSXdKVEl5SlRkRUpUSkRKVGRDSlRJeWVDVXlNaVV6UVNVeU1uY3RUV0YwYUM1dGFXNG9hQ1V5UmpNbE1rTjNKVEpHTXlrbE1rWXlKVEl5SlRKREpUSXllU1V5TWlVelFTVXlNbWdxTUM0MUpUSXlKVGRFSlRKREpUZENKVEl5ZUNVeU1pVXpRU1V5TW5jcU1DNDFKVEl5SlRKREpUSXllU1V5TWlVelFTVXlNbWdsTWpJbE4wUWxNa01sTjBJbE1qSjRKVEl5SlROQkpUSXlUV0YwYUM1dGFXNG9hQ1V5UmpNbE1rTjNKVEpHTXlrbE1rWXlKVEl5SlRKREpUSXllU1V5TWlVelFTVXlNbWdxTUM0MUpUSXlKVGRFSlRWRUpUZEVKVEpESlRJeWVVbEJlbk5YUzJaUlZEZ3hORFF5TlNVeU1pVXpRU1UzUWlVeU1tbGtKVEl5SlROQkpUSXllVWxCZW5OWFMyWlJWRGd4TkRReU5TVXlNaVV5UXlVeU1tNWhiV1VsTWpJbE0wRWxNakprWVhSaEpUSXlKVEpESlRJeWRHbDBiR1VsTWpJbE0wRWxNaklsUlRZbE9UVWxRakFsUlRZbE9FUWxRVVVsTWpJbE1rTWxNakpqWVhSbFoyOXllU1V5TWlVelFTVXlNbVpzYjNjbE1qSWxNa01sTWpKbmNtOTFjQ1V5TWlVelFTVXlNaVV5TWlVeVF5VXlNbWR5YjNWd1RtRnRaU1V5TWlVelFXNTFiR3dsTWtNbE1qSnNiMk5yWldRbE1qSWxNMEZtWVd4elpTVXlReVV5TW14cGJtc2xNaklsTTBFbE1qSWxNaklsTWtNbE1qSmphR2xzWkhKbGJpVXlNaVV6UVNVMVFpVTFSQ1V5UXlVeU1uQmhjbVZ1ZENVeU1pVXpRU1V5TWlVeU1pVXlReVV5TW5KbGMybDZaVVJwY2lVeU1pVXpRU1UxUWlVeU1uUnNKVEl5SlRKREpUSXlkSElsTWpJbE1rTWxNakppY2lVeU1pVXlReVV5TW1Kc0pUSXlKVEpESlRJeWJDVXlNaVV5UXlVeU1uUWxNaklsTWtNbE1qSnlKVEl5SlRKREpUSXlZaVV5TWlVMVJDVXlReVV5TW1GMGRISnBZblYwWlNVeU1pVXpRU1UzUWlVeU1tTnZiblJoYVc1bGNpVXlNaVV6UVdaaGJITmxKVEpESlRJeWRtbHphV0pzWlNVeU1pVXpRWFJ5ZFdVbE1rTWxNakp5YjNSaGRHRmliR1VsTWpJbE0wRjBjblZsSlRKREpUSXliR2x1YTJGaWJHVWxNaklsTTBGMGNuVmxKVEpESlRJeVkyOXNiR0Z3YzJGaWJHVWxNaklsTTBGbVlXeHpaU1V5UXlVeU1tTnZiR3hoY0hObFpDVXlNaVV6UVdaaGJITmxKVEpESlRJeVptbDRaV1JNYVc1ckpUSXlKVE5CWm1Gc2MyVWxNa01sTWpKdFlYSnJaWEpQWm1aelpYUWxNaklsTTBFMUpUZEVKVEpESlRJeVpHRjBZVUYwZEhKcFluVjBaWE1sTWpJbE0wRWxOVUlsTjBJbE1qSnVZVzFsSlRJeUpUTkJKVEl5SlVVMUpVSkJKVGhHSlVVMUpUaEdKVUkzSlRJeUpUSkRKVEl5ZEhsd1pTVXlNaVV6UVNVeU1tNTFiV0psY2lVeU1pVXlReVV5TW5aaGJIVmxKVEl5SlROQkpUSXlKVEl5SlRKREpUSXlZMkYwWldkdmNua2xNaklsTTBFbE1qSmtaV1poZFd4MEpUSXlKVEpESlRJeWFXUWxNaklsTTBFbE1qSlJUMkZQWkhwNVdIVk1OemcxTmpJeUpUSXlKVGRFSlRKREpUZENKVEl5Ym1GdFpTVXlNaVV6UVNVeU1pVkZOU1U1TUNVNFJDVkZOeVZCTnlWQ01DVXlNaVV5UXlVeU1uUjVjR1VsTWpJbE0wRWxNakp6ZEhKcGJtY2xNaklsTWtNbE1qSjJZV3gxWlNVeU1pVXpRU1V5TWlVeU1pVXlReVV5TW1OaGRHVm5iM0o1SlRJeUpUTkJKVEl5WkdWbVlYVnNkQ1V5TWlVeVF5VXlNbWxrSlRJeUpUTkJKVEl5ZVd0a1dYQktla3RzVERBNE1Ua3pPQ1V5TWlVM1JDVXlReVUzUWlVeU1tNWhiV1VsTWpJbE0wRWxNaklsUlRZbE9Ea2xPREFsUlRZbE9VTWxPRGtsUlRnbE9EQWxPRFVsTWpJbE1rTWxNakowZVhCbEpUSXlKVE5CSlRJeWMzUnlhVzVuSlRJeUpUSkRKVEl5ZG1Gc2RXVWxNaklsTTBFbE1qSWxNaklsTWtNbE1qSmpZWFJsWjI5eWVTVXlNaVV6UVNVeU1tUmxabUYxYkhRbE1qSWxNa01sTWpKcFpDVXlNaVV6UVNVeU1tdG5kMlphV1dadlVFd3dNekV3TnpRbE1qSWxOMFFsTWtNbE4wSWxNakp1WVcxbEpUSXlKVE5CSlRJeUpVVTRKVUpHSlRsRkpVVTJKVGhGSlVFMUpUSXlKVEpESlRJeWRIbHdaU1V5TWlVelFTVXlNbXhwYm1zbE1qSWxNa01sTWpKMllXeDFaU1V5TWlVelFTVXlNaVV5TWlVeVF5VXlNbU5oZEdWbmIzSjVKVEl5SlROQkpUSXlaR1ZtWVhWc2RDVXlNaVV5UXlVeU1tbGtKVEl5SlROQkpUSXlWM1ppUjFkWVpGVkVkVGN4T1RVM055VXlNaVUzUkNVeVF5VTNRaVV5TW01aGJXVWxNaklsTTBFbE1qSWxSVFFsUWtVbFFrWWxSVGNsUVVNbFFrRWxNaklsTWtNbE1qSjBlWEJsSlRJeUpUTkJKVEl5YzNSeWFXNW5KVEl5SlRKREpUSXlkbUZzZFdVbE1qSWxNMEVsTWpJbE1qSWxNa01sTWpKallYUmxaMjl5ZVNVeU1pVXpRU1V5TW1SbFptRjFiSFFsTWpJbE1rTWxNakpwWkNVeU1pVXpRU1V5TW1oV1dVOXFXRXh2VFVVNE9EazFNallsTWpJbE4wUWxNa01sTjBJbE1qSnVZVzFsSlRJeUpUTkJKVEl5SlVVMkpUZzRKVGt3SlVVMkpUbERKVUZESlRJeUpUSkRKVEl5ZEhsd1pTVXlNaVV6UVNVeU1tNTFiV0psY2lVeU1pVXlReVV5TW5aaGJIVmxKVEl5SlROQkpUSXlKVEl5SlRKREpUSXlZMkYwWldkdmNua2xNaklsTTBFbE1qSmtaV1poZFd4MEpUSXlKVEpESlRJeWFXUWxNaklsTTBFbE1qSjZUSEZOWkhOMmVXeE9NakF5TkRjNUpUSXlKVGRFSlRKREpUZENKVEl5Ym1GdFpTVXlNaVV6UVNVeU1pVkZOaVU1TnlWQ05pVkZPU1U1TnlWQ05DVXlNaVV5UXlVeU1uUjVjR1VsTWpJbE0wRWxNakp1ZFcxaVpYSWxNaklsTWtNbE1qSjJZV3gxWlNVeU1pVXpRU1V5TWlVeU1pVXlReVV5TW1OaGRHVm5iM0o1SlRJeUpUTkJKVEl5WkdWbVlYVnNkQ1V5TWlVeVF5VXlNbWxrSlRJeUpUTkJKVEl5VkdOQmVIWk9Ua1ZtVERJeU5qZzROeVV5TWlVM1JDVXlReVUzUWlVeU1tNWhiV1VsTWpJbE0wRWxNaklsUlRrbE9ETWxRVGdsUlRrbE9UY2xRVGdsTWpJbE1rTWxNakowZVhCbEpUSXlKVE5CSlRJeWMzUnlhVzVuSlRJeUpUSkRKVEl5ZG1Gc2RXVWxNaklsTTBFbE1qSWxNaklsTWtNbE1qSmpZWFJsWjI5eWVTVXlNaVV6UVNVeU1tUmxabUYxYkhRbE1qSWxNa01sTWpKcFpDVXlNaVV6UVNVeU1sZDZTV1Z4Y1VSdVEwWTVNRE15T0RVbE1qSWxOMFFsTWtNbE4wSWxNakp1WVcxbEpUSXlKVE5CSlRJeUpVVTRKVUpGSlRrekpVVTFKVGcxSlVFMUpUSXlKVEpESlRJeWRIbHdaU1V5TWlVelFTVXlNbk4wY21sdVp5VXlNaVV5UXlVeU1uWmhiSFZsSlRJeUpUTkJKVEl5SlRJeUpUSkRKVEl5WTJGMFpXZHZjbmtsTWpJbE0wRWxNakprWldaaGRXeDBKVEl5SlRKREpUSXlhV1FsTWpJbE0wRWxNakpIZUdwTGRrdDFjRXB5T0RJeU1qRTVKVEl5SlRkRUpUSkRKVGRDSlRJeWJtRnRaU1V5TWlVelFTVXlNaVZGT0NWQ1JTVTVNeVZGTlNVNE55VkNRU1V5TWlVeVF5VXlNblI1Y0dVbE1qSWxNMEVsTWpKemRISnBibWNsTWpJbE1rTWxNakoyWVd4MVpTVXlNaVV6UVNVeU1pVXlNaVV5UXlVeU1tTmhkR1ZuYjNKNUpUSXlKVE5CSlRJeVpHVm1ZWFZzZENVeU1pVXlReVV5TW1sa0pUSXlKVE5CSlRJeVFVWmhTMDVVUjNoU1Z6YzJNelkyT0NVeU1pVTNSQ1V5UXlVM1FpVXlNbTVoYldVbE1qSWxNMEVsTWpJbFJUa2xRVE1sT0VVbFJUa2xPVGtsUVRrbE1qSWxNa01sTWpKMGVYQmxKVEl5SlROQkpUSXljM1J5YVc1bkpUSXlKVEpESlRJeWRtRnNkV1VsTWpJbE0wRWxNaklsTWpJbE1rTWxNakpqWVhSbFoyOXllU1V5TWlVelFTVXlNbVJsWm1GMWJIUWxNaklsTWtNbE1qSnBaQ1V5TWlVelFTVXlNa1JGVUZaR1ZVZFFRVlV6TVRBMk9UQWxNaklsTjBRbE1rTWxOMElsTWpKdVlXMWxKVEl5SlROQkpUSXlKVVUxSlVFMEpUZzNKVVUySlVJekpVRTRKVEl5SlRKREpUSXlkSGx3WlNVeU1pVXpRU1V5TW5OMGNtbHVaeVV5TWlVeVF5VXlNblpoYkhWbEpUSXlKVE5CSlRJeUpUSXlKVEpESlRJeVkyRjBaV2R2Y25rbE1qSWxNMEVsTWpKa1pXWmhkV3gwSlRJeUpUSkRKVEl5YVdRbE1qSWxNMEVsTWpKWVVVOWpWa1I0Y0hKa09EazVNREV6SlRJeUpUZEVKVFZFSlRKREpUSXljSEp2Y0hNbE1qSWxNMEVsTjBJbE1qSjRKVEl5SlROQk16TXpKVEpESlRJeWVTVXlNaVV6UVRRd01TVXlReVV5TW5jbE1qSWxNMEV4T1RBbE1rTWxNakpvSlRJeUpUTkJORElsTWtNbE1qSjZhVzVrWlhnbE1qSWxNMEU0SlRKREpUSXlZVzVuYkdVbE1qSWxNMEV3SlRkRUpUSkRKVEl5YzJoaGNHVlRkSGxzWlNVeU1pVXpRU1UzUWlVeU1tRnNjR2hoSlRJeUpUTkJNU1UzUkNVeVF5VXlNbXhwYm1WVGRIbHNaU1V5TWlVelFTVTNRaVV5TW14cGJtVlhhV1IwYUNVeU1pVXpRVEV1TlNVM1JDVXlReVV5TW1acGJHeFRkSGxzWlNVeU1pVXpRU1UzUWlVM1JDVXlReVV5TW5Sb1pXMWxKVEl5SlROQkpUZENKVGRFSlRKREpUSXljR0YwYUNVeU1pVXpRU1UxUWlVM1FpVXlNbUZqZEdsdmJuTWxNaklsTTBFbE5VSWxOMElsTWpKaFkzUnBiMjRsTWpJbE0wRWxNakp0YjNabEpUSXlKVEpESlRJeWVDVXlNaVV6UVNVeU1rMWhkR2d1YldsdUtHZ2xNa1l6SlRKRGR5VXlSak1wSlRJeUpUSkRKVEl5ZVNVeU1pVXpRU1V5TWpBbE1qSWxOMFFsTWtNbE4wSWxNakpoWTNScGIyNGxNaklsTTBFbE1qSnNhVzVsSlRJeUpUSkRKVEl5ZUNVeU1pVXpRU1V5TW5jbE1qSWxNa01sTWpKNUpUSXlKVE5CSlRJeU1DVXlNaVUzUkNVeVF5VTNRaVV5TW1GamRHbHZiaVV5TWlVelFTVXlNbXhwYm1VbE1qSWxNa01sTWpKNEpUSXlKVE5CSlRJeWR5MU5ZWFJvTG0xcGJpaG9KVEpHTXlVeVEzY2xNa1l6S1NVeU1pVXlReVV5TW5rbE1qSWxNMEVsTWpKb0pUSXlKVGRFSlRKREpUZENKVEl5WVdOMGFXOXVKVEl5SlROQkpUSXliR2x1WlNVeU1pVXlReVV5TW5nbE1qSWxNMEVsTWpJd0pUSXlKVEpESlRJeWVTVXlNaVV6UVNVeU1tZ2xNaklsTjBRbE1rTWxOMElsTWpKaFkzUnBiMjRsTWpJbE0wRWxNakpzYVc1bEpUSXlKVEpESlRJeWVDVXlNaVV6UVNVeU1rMWhkR2d1YldsdUtHZ2xNa1l6SlRKRGR5VXlSak1wSlRJeUpUSkRKVEl5ZVNVeU1pVXpRU1V5TWpBbE1qSWxOMFFsTWtNbE4wSWxNakpoWTNScGIyNGxNaklsTTBFbE1qSmpiRzl6WlNVeU1pVTNSQ1UxUkNVM1JDVTFSQ1V5UXlVeU1tWnZiblJUZEhsc1pTVXlNaVV6UVNVM1FpVXlNbUp2YkdRbE1qSWxNMEYwY25WbEpUZEVKVEpESlRJeWRHVjRkRUpzYjJOckpUSXlKVE5CSlRWQ0pUZENKVEl5Y0c5emFYUnBiMjRsTWpJbE0wRWxOMElsTWpKNEpUSXlKVE5CSlRJeWR5b3dMakUxSlRJeUpUSkRKVEl5ZVNVeU1pVXpRU1V5TWpBbE1qSWxNa01sTWpKM0pUSXlKVE5CSlRJeWR5b3dMamNsTWpJbE1rTWxNakpvSlRJeUpUTkJKVEl5YUNVeU1pVTNSQ1V5UXlVeU1uUmxlSFFsTWpJbE0wRWxNakpHYjNKdGRXeGhVbVZoYzI5dWFXNW5KVEpDSlRJeUpUZEVKVFZFSlRKREpUSXlZVzVqYUc5eWN5VXlNaVV6UVNVMVFpVTNRaVV5TW5nbE1qSWxNMEVsTWpKM0tqQXVOU1V5TWlVeVF5VXlNbmtsTWpJbE0wRWxNakl3SlRJeUpUZEVKVEpESlRkQ0pUSXllQ1V5TWlVelFTVXlNbmN0VFdGMGFDNXRhVzRvYUNVeVJqTWxNa04zSlRKR015a2xNa1l5SlRJeUpUSkRKVEl5ZVNVeU1pVXpRU1V5TW1ncU1DNDFKVEl5SlRkRUpUSkRKVGRDSlRJeWVDVXlNaVV6UVNVeU1uY3FNQzQxSlRJeUpUSkRKVEl5ZVNVeU1pVXpRU1V5TW1nbE1qSWxOMFFsTWtNbE4wSWxNako0SlRJeUpUTkJKVEl5VFdGMGFDNXRhVzRvYUNVeVJqTWxNa04zSlRKR015a2xNa1l5SlRJeUpUSkRKVEl5ZVNVeU1pVXpRU1V5TW1ncU1DNDFKVEl5SlRkRUpUVkVKVGRFSlRKREpUSXlZbkoxUkZSbWRXZFVTekV5TnpFeE15VXlNaVV6UVNVM1FpVXlNbWxrSlRJeUpUTkJKVEl5WW5KMVJGUm1kV2RVU3pFeU56RXhNeVV5TWlVeVF5VXlNbTVoYldVbE1qSWxNMEVsTWpKc2FXNXJaWElsTWpJbE1rTWxNakowWlhoMEpUSXlKVE5CSlRJeUpUSXlKVEpESlRJeVozSnZkWEFsTWpJbE0wRWxNaklsTWpJbE1rTWxNakpzYVc1clpYSlVlWEJsSlRJeUpUTkJKVEl5WW5KdmEyVnVKVEl5SlRKREpUSXljRzlwYm5SekpUSXlKVE5CSlRWQ0pUZENKVEl5ZUNVeU1pVXpRVE14TVNVeVF5VXlNbmtsTWpJbE0wRXhNakF1TlNVM1JDVXlReVUzUWlVeU1uZ2xNaklsTTBFek1URWxNa01sTWpKNUpUSXlKVE5CTVRJd0xqVWxOMFFsTlVRbE1rTWxNakpzYjJOclpXUWxNaklsTTBGbVlXeHpaU1V5UXlVeU1tUmhkR0ZCZEhSeWFXSjFkR1Z6SlRJeUpUTkJKVFZDSlRWRUpUSkRKVEl5Y0hKdmNITWxNaklsTTBFbE4wSWxNako2YVc1a1pYZ2xNaklsTTBFNUpUZEVKVEpESlRJeWJHbHVaVk4wZVd4bEpUSXlKVE5CSlRkQ0pUSXliR2x1WlZkcFpIUm9KVEl5SlROQk1TNDFKVGRFSlRKREpUSXlabkp2YlNVeU1pVXpRU1UzUWlVeU1uZ2xNaklsTTBFek1URWxNa01sTWpKNUpUSXlKVE5CTVRBNEpUSkRKVEl5YVdRbE1qSWxNMEVsTWpKVFMzRmFlVXRhUWxObk1qa3lOakkwSlRJeUpUSkRKVEl5WVc1bmJHVWxNaklsTTBFMExqY3hNak00T0RrNE1ETTRORFk1SlRkRUpUSkRKVEl5ZEc4bE1qSWxNMEVsTjBJbE1qSnBaQ1V5TWlVelFTVXlNa0Z1Y2sxWFVHVnVSV0U0TXpreU1EZ2xNaklsTWtNbE1qSjRKVEl5SlROQk16RXhKVEpESlRJeWVTVXlNaVV6UVRFek15VXlReVV5TW1GdVoyeGxKVEl5SlROQk1TNDFOekEzT1RZek1qWTNPVFE0T1RjbE4wUWxNa01sTWpKMFpYaDBRbXh2WTJzbE1qSWxNMEVsTlVJbE5VUWxOMFFsTWtNbE1qSlBVWGx4V21wUFlVVmlNREl4T1RNMkpUSXlKVE5CSlRkQ0pUSXlhV1FsTWpJbE0wRWxNakpQVVhseFdtcFBZVVZpTURJeE9UTTJKVEl5SlRKREpUSXlibUZ0WlNVeU1pVXpRU1V5TW14cGJtdGxjaVV5TWlVeVF5VXlNblJsZUhRbE1qSWxNMEVsTWpJbE1qSWxNa01sTWpKbmNtOTFjQ1V5TWlVelFTVXlNaVV5TWlVeVF5VXlNbXhwYm10bGNsUjVjR1VsTWpJbE0wRWxNakppY205clpXNGxNaklsTWtNbE1qSndiMmx1ZEhNbE1qSWxNMEVsTlVJbE4wSWxNako0SlRJeUpUTkJNekV4SlRKREpUSXllU1V5TWlVelFUSXhOUzQxSlRkRUpUSkRKVGRDSlRJeWVDVXlNaVV6UVRNeE1TVXlReVV5TW5rbE1qSWxNMEV5TVRVdU5TVTNSQ1UxUkNVeVF5VXlNbXh2WTJ0bFpDVXlNaVV6UVdaaGJITmxKVEpESlRJeVpHRjBZVUYwZEhKcFluVjBaWE1sTWpJbE0wRWxOVUlsTlVRbE1rTWxNakp3Y205d2N5VXlNaVV6UVNVM1FpVXlNbnBwYm1SbGVDVXlNaVV6UVRFd0pUZEVKVEpESlRJeWJHbHVaVk4wZVd4bEpUSXlKVE5CSlRkQ0pUSXliR2x1WlZkcFpIUm9KVEl5SlROQk1TNDFKVGRFSlRKREpUSXlabkp2YlNVeU1pVXpRU1UzUWlVeU1uZ2xNaklsTTBFek1URWxNa01sTWpKNUpUSXlKVE5CTWpBekpUSkRKVEl5YVdRbE1qSWxNMEVsTWpKQmJuSk5WMUJsYmtWaE9ETTVNakE0SlRJeUpUSkRKVEl5WVc1bmJHVWxNaklsTTBFMExqY3hNak00T0RrNE1ETTRORFk1SlRkRUpUSkRKVEl5ZEc4bE1qSWxNMEVsTjBJbE1qSnBaQ1V5TWlVelFTVXlNbUowUlZKc2JuaGtTa1l4TVRFeU16VWxNaklsTWtNbE1qSjRKVEl5SlROQk16RXhKVEpESlRJeWVTVXlNaVV6UVRJeU9DVXlReVV5TW1GdVoyeGxKVEl5SlROQk1TNDFOekEzT1RZek1qWTNPVFE0T1RjbE4wUWxNa01sTWpKMFpYaDBRbXh2WTJzbE1qSWxNMEVsTlVJbE5VUWxOMFFsTWtNbE1qSjNSM1p4VlUxS1drWklNREl3TWpnMUpUSXlKVE5CSlRkQ0pUSXlhV1FsTWpJbE0wRWxNakozUjNaeFZVMUtXa1pJTURJd01qZzFKVEl5SlRKREpUSXlibUZ0WlNVeU1pVXpRU1V5TW14cGJtdGxjaVV5TWlVeVF5VXlNblJsZUhRbE1qSWxNMEVsTWpJbE1qSWxNa01sTWpKbmNtOTFjQ1V5TWlVelFTVXlNaVV5TWlVeVF5VXlNbXhwYm10bGNsUjVjR1VsTWpJbE0wRWxNakppY205clpXNGxNaklsTWtNbE1qSndiMmx1ZEhNbE1qSWxNMEVsTlVJbE4wSWxNako0SlRJeUpUTkJNemd6SlRKREpUSXllU1V5TWlVelFUSTJNeVV5UXlVeU1tWnBlR1ZrSlRJeUpUTkJkSEoxWlNVM1JDVTFSQ1V5UXlVeU1teHZZMnRsWkNVeU1pVXpRV1poYkhObEpUSkRKVEl5WkdGMFlVRjBkSEpwWW5WMFpYTWxNaklsTTBFbE5VSWxOVVFsTWtNbE1qSndjbTl3Y3lVeU1pVXpRU1UzUWlVeU1ucHBibVJsZUNVeU1pVXpRVEV4SlRkRUpUSkRKVEl5YkdsdVpWTjBlV3hsSlRJeUpUTkJKVGRDSlRJeWJHbHVaVmRwWkhSb0pUSXlKVE5CTVM0MUpUZEVKVEpESlRJeVpuSnZiU1V5TWlVelFTVTNRaVV5TW5nbE1qSWxNMEV6TmpFbE1rTWxNako1SlRJeUpUTkJNall6SlRKREpUSXlhV1FsTWpJbE0wRWxNakppZEVWU2JHNTRaRXBHTVRFeE1qTTFKVEl5SlRKREpUSXlZVzVuYkdVbE1qSWxNMEV6TGpFME1UVTVNalkxTXpVNE9UYzVNellsTjBRbE1rTWxNakowYnlVeU1pVXpRU1UzUWlVeU1tbGtKVEl5SlROQkpUSXlURWRzU20xVlUyUlBiVEUyTlRFNE1DVXlNaVV5UXlVeU1uZ2xNaklsTTBFek9ETWxNa01sTWpKNUpUSXlKVE5CTXpBM0pUSkRKVEl5WVc1bmJHVWxNaklsTTBFeExqVTNNRGM1TmpNeU5qYzVORGc1TnlVM1JDVXlReVV5TW5SbGVIUkNiRzlqYXlVeU1pVXpRU1UxUWlVMVJDVTNSQ1V5UXlVeU1tNW9XSFZTWTJoTmFGTTJOREEzTURrbE1qSWxNMEVsTjBJbE1qSnBaQ1V5TWlVelFTVXlNbTVvV0hWU1kyaE5hRk0yTkRBM01Ea2xNaklsTWtNbE1qSnVZVzFsSlRJeUpUTkJKVEl5YkdsdWEyVnlKVEl5SlRKREpUSXlkR1Y0ZENVeU1pVXpRU1V5TWlVeU1pVXlReVV5TW1keWIzVndKVEl5SlROQkpUSXlKVEl5SlRKREpUSXliR2x1YTJWeVZIbHdaU1V5TWlVelFTVXlNbUp5YjJ0bGJpVXlNaVV5UXlVeU1uQnZhVzUwY3lVeU1pVXpRU1UxUWlVM1FpVXlNbmdsTWpJbE0wRXlORFlsTWtNbE1qSjVKVEl5SlROQk1qWXpKVGRFSlRWRUpUSkRKVEl5Ykc5amEyVmtKVEl5SlROQlptRnNjMlVsTWtNbE1qSmtZWFJoUVhSMGNtbGlkWFJsY3lVeU1pVXpRU1UxUWlVMVJDVXlReVV5TW5CeWIzQnpKVEl5SlROQkpUZENKVEl5ZW1sdVpHVjRKVEl5SlROQk1USWxOMFFsTWtNbE1qSnNhVzVsVTNSNWJHVWxNaklsTTBFbE4wSWxNakpzYVc1bFYybGtkR2dsTWpJbE0wRXhMalVsTjBRbE1rTWxNakptY205dEpUSXlKVE5CSlRkQ0pUSXllQ1V5TWlVelFUSTJNU1V5UXlVeU1ua2xNaklsTTBFeU5qTWxNa01sTWpKcFpDVXlNaVV6UVNVeU1tSjBSVkpzYm5oa1NrWXhNVEV5TXpVbE1qSWxNa01sTWpKaGJtZHNaU1V5TWlVelFUQWxOMFFsTWtNbE1qSjBieVV5TWlVelFTVTNRaVV5TW1sa0pUSXlKVE5CSlRJeVZrTjNXbEZRVkdSTGNUZzJOREU1TkNVeU1pVXlReVV5TW5nbE1qSWxNMEV5TkRZbE1rTWxNako1SlRJeUpUTkJNekEzSlRKREpUSXlZVzVuYkdVbE1qSWxNMEV4TGpVM01EYzVOak15TmpjNU5EZzVOeVUzUkNVeVF5VXlNblJsZUhSQ2JHOWpheVV5TWlVelFTVTFRaVUxUkNVM1JDVXlReVV5TWtSVGNWUnhVMFZWU1VVMU9UWXhPVGdsTWpJbE0wRWxOMElsTWpKcFpDVXlNaVV6UVNVeU1rUlRjVlJ4VTBWVlNVVTFPVFl4T1RnbE1qSWxNa01sTWpKdVlXMWxKVEl5SlROQkpUSXliR2x1YTJWeUpUSXlKVEpESlRJeWRHVjRkQ1V5TWlVelFTVXlNaVV5TWlVeVF5VXlNbWR5YjNWd0pUSXlKVE5CSlRJeUpUSXlKVEpESlRJeWJHbHVhMlZ5Vkhsd1pTVXlNaVV6UVNVeU1tSnliMnRsYmlVeU1pVXlReVV5TW5CdmFXNTBjeVV5TWlVelFTVTFRaVUzUWlVeU1uZ2xNaklsTTBFek9ETWxNa01sTWpKNUpUSXlKVE5CTXpnNUpUZEVKVEpESlRkQ0pUSXllQ1V5TWlVelFUUXlPQ1V5UXlVeU1ua2xNaklsTTBFek9Ea2xOMFFsTlVRbE1rTWxNakpzYjJOclpXUWxNaklsTTBGbVlXeHpaU1V5UXlVeU1tUmhkR0ZCZEhSeWFXSjFkR1Z6SlRJeUpUTkJKVFZDSlRWRUpUSkRKVEl5Y0hKdmNITWxNaklsTTBFbE4wSWxNako2YVc1a1pYZ2xNaklsTTBFeE15VTNSQ1V5UXlVeU1teHBibVZUZEhsc1pTVXlNaVV6UVNVM1FpVXlNbXhwYm1WWGFXUjBhQ1V5TWlVelFURXVOU1UzUkNVeVF5VXlNbVp5YjIwbE1qSWxNMEVsTjBJbE1qSjRKVEl5SlROQk16Z3pKVEpESlRJeWVTVXlNaVV6UVRNM055VXlReVV5TW1GdVoyeGxKVEl5SlROQk5DNDNNVEl6T0RnNU9EQXpPRFEyT1NVeVF5VXlNbWxrSlRJeUpUTkJKVEl5VEVkc1NtMVZVMlJQYlRFMk5URTRNQ1V5TWlVM1JDVXlReVV5TW5SdkpUSXlKVE5CSlRkQ0pUSXlhV1FsTWpJbE0wRWxNako1U1VGNmMxZExabEZVT0RFME5ESTFKVEl5SlRKREpUSXllQ1V5TWlVelFUUXlPQ1V5UXlVeU1ua2xNaklsTTBFME1ERWxNa01sTWpKaGJtZHNaU1V5TWlVelFURXVOVGN3TnprMk16STJOemswT0RrM0pUZEVKVEpESlRJeWRHVjRkRUpzYjJOckpUSXlKVE5CSlRWQ0pUVkVKVGRFSlRKREpUSXlhSFpTVUdaeFVHZEVWalF4TnpjNE55VXlNaVV6UVNVM1FpVXlNbWxrSlRJeUpUTkJKVEl5YUhaU1VHWnhVR2RFVmpReE56YzROeVV5TWlVeVF5VXlNbTVoYldVbE1qSWxNMEVsTWpKc2FXNXJaWElsTWpJbE1rTWxNakowWlhoMEpUSXlKVE5CSlRJeUpUSXlKVEpESlRJeVozSnZkWEFsTWpJbE0wRWxNaklsTWpJbE1rTWxNakpzYVc1clpYSlVlWEJsSlRJeUpUTkJKVEl5WW5KdmEyVnVKVEl5SlRKREpUSXljRzlwYm5SekpUSXlKVE5CSlRWQ0pUZENKVEl5ZUNVeU1pVXpRVEkwTmlVeVF5VXlNbmtsTWpJbE0wRXpPRGtsTjBRbE1rTWxOMElsTWpKNEpUSXlKVE5CTWpBNExqVWxNa01sTWpKNUpUSXlKVE5CTXpnNUpUZEVKVFZFSlRKREpUSXliRzlqYTJWa0pUSXlKVE5CWm1Gc2MyVWxNa01sTWpKa1lYUmhRWFIwY21saWRYUmxjeVV5TWlVelFTVTFRaVUxUkNVeVF5VXlNbkJ5YjNCekpUSXlKVE5CSlRkQ0pUSXllbWx1WkdWNEpUSXlKVE5CTVRRbE4wUWxNa01sTWpKc2FXNWxVM1I1YkdVbE1qSWxNMEVsTjBJbE1qSnNhVzVsVjJsa2RHZ2xNaklsTTBFeExqVWxOMFFsTWtNbE1qSm1jbTl0SlRJeUpUTkJKVGRDSlRJeWVDVXlNaVV6UVRJME5pVXlReVV5TW5rbE1qSWxNMEV6TnpjbE1rTWxNakpoYm1kc1pTVXlNaVV6UVRRdU56RXlNemc0T1Rnd016ZzBOamtsTWtNbE1qSnBaQ1V5TWlVelFTVXlNbFpEZDFwUlVGUmtTM0U0TmpReE9UUWxNaklsTjBRbE1rTWxNakowYnlVeU1pVXpRU1UzUWlVeU1tbGtKVEl5SlROQkpUSXlWVmxxV0UxcmEweHBUVGc1TkRrNE5TVXlNaVV5UXlVeU1uZ2xNaklsTTBFeU1EZ3VOU1V5UXlVeU1ua2xNaklsTTBFME1ERWxNa01sTWpKaGJtZHNaU1V5TWlVelFURXVOVGN3TnprMk16STJOemswT0RrM0pUZEVKVEpESlRJeWRHVjRkRUpzYjJOckpUSXlKVE5CSlRWQ0pUVkVKVGRFSlRkRUpUSkRKVEl5WTI5dGJXVnVkSE1sTWpJbE0wRWxOVUlsTlVRbE1rTWxNakp3YkhWbmFXNXpKVEl5SlROQkpUZENKVGRFSlRKREpUSXlZV2xEYjI1MFlXbHVaWEp6SlRJeUpUTkJKVGRDSlRkRUpUSkRKVEl5YVc1elpYSjBVR0ZuWlU5d2RITWxNaklsTTBFbE4wSWxOMFFsTWtNbE1qSndiM04wVUdGNWJXVnVkQ1V5TWlVelFTVTNRaVUzUkNVeVF5VXlNblJvWlcxbEpUSXlKVE5CSlRkQ0pUSXljR0ZuWlNVeU1pVXpRU1UzUWlVeU1tSmhZMnRuY205MWJtUkRiMnh2Y2lVeU1pVXpRU1V5TW5SeVlXNXpjR0Z5Wlc1MEpUSXlKVGRFSlRkRUpUZEUiLAoJIkZpbGVJZCIgOiAiMTU1OWVkZTEtMDcxMC00ZjI5LTllZmYtOTg1Mjk2NWFiZDZiIgp9Cg=="/>
    </extobj>
  </extobjs>
</s:customData>
</file>

<file path=customXml/itemProps2.xml><?xml version="1.0" encoding="utf-8"?>
<ds:datastoreItem xmlns:ds="http://schemas.openxmlformats.org/officeDocument/2006/customXml" ds:itemID="s:customData">
  <ds:schemaRefs>
    <ds:schemaRef ds:uri="http://www.wps.cn/officeDocument/2013/wpsCustomDat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4134</Words>
  <Application>WPS 演示</Application>
  <PresentationFormat>自定义</PresentationFormat>
  <Paragraphs>452</Paragraphs>
  <Slides>29</Slides>
  <Notes>23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44" baseType="lpstr">
      <vt:lpstr>Arial</vt:lpstr>
      <vt:lpstr>宋体</vt:lpstr>
      <vt:lpstr>Wingdings</vt:lpstr>
      <vt:lpstr>Calibri</vt:lpstr>
      <vt:lpstr>Calibri</vt:lpstr>
      <vt:lpstr>微软雅黑</vt:lpstr>
      <vt:lpstr>Arial</vt:lpstr>
      <vt:lpstr>Noto Sans SC</vt:lpstr>
      <vt:lpstr>黑体</vt:lpstr>
      <vt:lpstr>Arial Unicode MS</vt:lpstr>
      <vt:lpstr>等线</vt:lpstr>
      <vt:lpstr>Times New Roman</vt:lpstr>
      <vt:lpstr>MS PGothic</vt:lpstr>
      <vt:lpstr>Office 主题​​</vt:lpstr>
      <vt:lpstr>自定义设计方案</vt:lpstr>
      <vt:lpstr>基于公式的数值推理方法与评测研究</vt:lpstr>
      <vt:lpstr>目录</vt:lpstr>
      <vt:lpstr>研究背景</vt:lpstr>
      <vt:lpstr>PowerPoint 演示文稿</vt:lpstr>
      <vt:lpstr>PowerPoint 演示文稿</vt:lpstr>
      <vt:lpstr>相关工作</vt:lpstr>
      <vt:lpstr>PowerPoint 演示文稿</vt:lpstr>
      <vt:lpstr>PowerPoint 演示文稿</vt:lpstr>
      <vt:lpstr>PowerPoint 演示文稿</vt:lpstr>
      <vt:lpstr>基于公式的数值推理数据集构建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基于公式的数值推理方法评测</vt:lpstr>
      <vt:lpstr>PowerPoint 演示文稿</vt:lpstr>
      <vt:lpstr>PowerPoint 演示文稿</vt:lpstr>
      <vt:lpstr>PowerPoint 演示文稿</vt:lpstr>
      <vt:lpstr>一种基于公式的数值推理方法</vt:lpstr>
      <vt:lpstr>PowerPoint 演示文稿</vt:lpstr>
      <vt:lpstr>PowerPoint 演示文稿</vt:lpstr>
      <vt:lpstr>PowerPoint 演示文稿</vt:lpstr>
      <vt:lpstr>PowerPoint 演示文稿</vt:lpstr>
      <vt:lpstr>总结与展望</vt:lpstr>
      <vt:lpstr>PowerPoint 演示文稿</vt:lpstr>
      <vt:lpstr>攻读硕士学位期间完成的学术成果</vt:lpstr>
      <vt:lpstr>感谢观看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Wang Yuxin</dc:creator>
  <cp:lastModifiedBy>.云雨.</cp:lastModifiedBy>
  <cp:revision>994</cp:revision>
  <dcterms:created xsi:type="dcterms:W3CDTF">2019-07-23T07:18:00Z</dcterms:created>
  <dcterms:modified xsi:type="dcterms:W3CDTF">2026-05-17T03:39:49Z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863547886DD245B3A8B43CAE48D36B34_13</vt:lpwstr>
  </property>
  <property fmtid="{D5CDD505-2E9C-101B-9397-08002B2CF9AE}" pid="3" name="KSOProductBuildVer">
    <vt:lpwstr>2052-12.1.0.25865</vt:lpwstr>
  </property>
</Properties>
</file>